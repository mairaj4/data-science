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4.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99" r:id="rId4"/>
  </p:sldMasterIdLst>
  <p:notesMasterIdLst>
    <p:notesMasterId r:id="rId18"/>
  </p:notesMasterIdLst>
  <p:handoutMasterIdLst>
    <p:handoutMasterId r:id="rId19"/>
  </p:handoutMasterIdLst>
  <p:sldIdLst>
    <p:sldId id="256" r:id="rId5"/>
    <p:sldId id="292" r:id="rId6"/>
    <p:sldId id="283" r:id="rId7"/>
    <p:sldId id="264" r:id="rId8"/>
    <p:sldId id="298" r:id="rId9"/>
    <p:sldId id="299" r:id="rId10"/>
    <p:sldId id="297" r:id="rId11"/>
    <p:sldId id="289" r:id="rId12"/>
    <p:sldId id="287" r:id="rId13"/>
    <p:sldId id="268" r:id="rId14"/>
    <p:sldId id="296" r:id="rId15"/>
    <p:sldId id="285" r:id="rId16"/>
    <p:sldId id="294" r:id="rId1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65359"/>
    <a:srgbClr val="969FA7"/>
  </p:clrMru>
  <p:extLst>
    <p:ext uri="{E76CE94A-603C-4142-B9EB-6D1370010A27}">
      <p14:discardImageEditData xmlns:p14="http://schemas.microsoft.com/office/powerpoint/2010/main" val="0"/>
    </p:ext>
    <p:ext uri="{D31A062A-798A-4329-ABDD-BBA856620510}">
      <p14:defaultImageDpi xmlns:p14="http://schemas.microsoft.com/office/powerpoint/2010/main" val="15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912C8C85-51F0-491E-9774-3900AFEF0FD7}">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10A1B5D5-9B99-4C35-A422-299274C87663}" styleName="Medium Style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017" autoAdjust="0"/>
    <p:restoredTop sz="95388" autoAdjust="0"/>
  </p:normalViewPr>
  <p:slideViewPr>
    <p:cSldViewPr snapToGrid="0" showGuides="1">
      <p:cViewPr varScale="1">
        <p:scale>
          <a:sx n="51" d="100"/>
          <a:sy n="51" d="100"/>
        </p:scale>
        <p:origin x="180" y="78"/>
      </p:cViewPr>
      <p:guideLst/>
    </p:cSldViewPr>
  </p:slideViewPr>
  <p:outlineViewPr>
    <p:cViewPr>
      <p:scale>
        <a:sx n="33" d="100"/>
        <a:sy n="33" d="100"/>
      </p:scale>
      <p:origin x="0" y="-4982"/>
    </p:cViewPr>
  </p:outlineViewPr>
  <p:notesTextViewPr>
    <p:cViewPr>
      <p:scale>
        <a:sx n="1" d="1"/>
        <a:sy n="1" d="1"/>
      </p:scale>
      <p:origin x="0" y="0"/>
    </p:cViewPr>
  </p:notesTextViewPr>
  <p:sorterViewPr>
    <p:cViewPr varScale="1">
      <p:scale>
        <a:sx n="100" d="100"/>
        <a:sy n="100" d="100"/>
      </p:scale>
      <p:origin x="0" y="-1757"/>
    </p:cViewPr>
  </p:sorterViewPr>
  <p:notesViewPr>
    <p:cSldViewPr snapToGrid="0">
      <p:cViewPr varScale="1">
        <p:scale>
          <a:sx n="58" d="100"/>
          <a:sy n="58" d="100"/>
        </p:scale>
        <p:origin x="3240" y="67"/>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notesMaster" Target="notesMasters/notesMaster1.xml"/><Relationship Id="rId3" Type="http://schemas.openxmlformats.org/officeDocument/2006/relationships/customXml" Target="../customXml/item3.xml"/><Relationship Id="rId21" Type="http://schemas.openxmlformats.org/officeDocument/2006/relationships/viewProps" Target="view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microsoft.com/office/2018/10/relationships/authors" Target="author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handoutMaster" Target="handoutMasters/handout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heme" Target="theme/theme1.xml"/></Relationships>
</file>

<file path=ppt/diagrams/_rels/data2.xml.rels><?xml version="1.0" encoding="UTF-8" standalone="yes"?>
<Relationships xmlns="http://schemas.openxmlformats.org/package/2006/relationships"><Relationship Id="rId8" Type="http://schemas.openxmlformats.org/officeDocument/2006/relationships/image" Target="../media/image9.svg"/><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image" Target="../media/image3.svg"/><Relationship Id="rId1" Type="http://schemas.openxmlformats.org/officeDocument/2006/relationships/image" Target="../media/image2.png"/><Relationship Id="rId6" Type="http://schemas.openxmlformats.org/officeDocument/2006/relationships/image" Target="../media/image7.svg"/><Relationship Id="rId5" Type="http://schemas.openxmlformats.org/officeDocument/2006/relationships/image" Target="../media/image6.png"/><Relationship Id="rId4" Type="http://schemas.openxmlformats.org/officeDocument/2006/relationships/image" Target="../media/image5.svg"/></Relationships>
</file>

<file path=ppt/diagrams/_rels/drawing2.xml.rels><?xml version="1.0" encoding="UTF-8" standalone="yes"?>
<Relationships xmlns="http://schemas.openxmlformats.org/package/2006/relationships"><Relationship Id="rId8" Type="http://schemas.openxmlformats.org/officeDocument/2006/relationships/image" Target="../media/image9.svg"/><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image" Target="../media/image3.svg"/><Relationship Id="rId1" Type="http://schemas.openxmlformats.org/officeDocument/2006/relationships/image" Target="../media/image2.png"/><Relationship Id="rId6" Type="http://schemas.openxmlformats.org/officeDocument/2006/relationships/image" Target="../media/image7.svg"/><Relationship Id="rId5" Type="http://schemas.openxmlformats.org/officeDocument/2006/relationships/image" Target="../media/image6.png"/><Relationship Id="rId4" Type="http://schemas.openxmlformats.org/officeDocument/2006/relationships/image" Target="../media/image5.svg"/></Relationships>
</file>

<file path=ppt/diagrams/colors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39E3F8D8-227C-437A-B602-81803850ABB8}" type="doc">
      <dgm:prSet loTypeId="urn:microsoft.com/office/officeart/2005/8/layout/vProcess5" loCatId="process" qsTypeId="urn:microsoft.com/office/officeart/2005/8/quickstyle/simple1" qsCatId="simple" csTypeId="urn:microsoft.com/office/officeart/2005/8/colors/colorful2" csCatId="colorful" phldr="1"/>
      <dgm:spPr/>
      <dgm:t>
        <a:bodyPr/>
        <a:lstStyle/>
        <a:p>
          <a:endParaRPr lang="en-US"/>
        </a:p>
      </dgm:t>
    </dgm:pt>
    <dgm:pt modelId="{68164E03-60BB-4FCF-9D5A-B77104F81BE0}">
      <dgm:prSet/>
      <dgm:spPr/>
      <dgm:t>
        <a:bodyPr/>
        <a:lstStyle/>
        <a:p>
          <a:r>
            <a:rPr lang="en-US" b="1"/>
            <a:t>Introduction</a:t>
          </a:r>
          <a:endParaRPr lang="en-US"/>
        </a:p>
      </dgm:t>
    </dgm:pt>
    <dgm:pt modelId="{68EE0377-4F5B-481D-BF10-51DF7E880263}" type="parTrans" cxnId="{CB4EB047-F958-4673-BDE9-80CB84DDEC58}">
      <dgm:prSet/>
      <dgm:spPr/>
      <dgm:t>
        <a:bodyPr/>
        <a:lstStyle/>
        <a:p>
          <a:endParaRPr lang="en-US"/>
        </a:p>
      </dgm:t>
    </dgm:pt>
    <dgm:pt modelId="{F25DC0BA-6757-4FA5-A2B4-169265F73734}" type="sibTrans" cxnId="{CB4EB047-F958-4673-BDE9-80CB84DDEC58}">
      <dgm:prSet/>
      <dgm:spPr/>
      <dgm:t>
        <a:bodyPr/>
        <a:lstStyle/>
        <a:p>
          <a:endParaRPr lang="en-US"/>
        </a:p>
      </dgm:t>
    </dgm:pt>
    <dgm:pt modelId="{B51F4197-FEF2-4B30-8B05-19625A190BD2}">
      <dgm:prSet/>
      <dgm:spPr/>
      <dgm:t>
        <a:bodyPr/>
        <a:lstStyle/>
        <a:p>
          <a:r>
            <a:rPr lang="en-US" b="1"/>
            <a:t>Literature Review</a:t>
          </a:r>
          <a:endParaRPr lang="en-US"/>
        </a:p>
      </dgm:t>
    </dgm:pt>
    <dgm:pt modelId="{34EE49A0-BDFB-41FA-A9CD-82CD33E4FA75}" type="parTrans" cxnId="{0669A8AA-DC83-4CF3-AA0B-F46D3F018700}">
      <dgm:prSet/>
      <dgm:spPr/>
      <dgm:t>
        <a:bodyPr/>
        <a:lstStyle/>
        <a:p>
          <a:endParaRPr lang="en-US"/>
        </a:p>
      </dgm:t>
    </dgm:pt>
    <dgm:pt modelId="{59F9F55A-1F05-4C1E-8122-3D5E770394D0}" type="sibTrans" cxnId="{0669A8AA-DC83-4CF3-AA0B-F46D3F018700}">
      <dgm:prSet/>
      <dgm:spPr/>
      <dgm:t>
        <a:bodyPr/>
        <a:lstStyle/>
        <a:p>
          <a:endParaRPr lang="en-US"/>
        </a:p>
      </dgm:t>
    </dgm:pt>
    <dgm:pt modelId="{42807D64-957A-4014-B523-4F90A9E7B00C}">
      <dgm:prSet/>
      <dgm:spPr/>
      <dgm:t>
        <a:bodyPr/>
        <a:lstStyle/>
        <a:p>
          <a:r>
            <a:rPr lang="en-US" b="1" dirty="0"/>
            <a:t>Research Gap and Research Question</a:t>
          </a:r>
          <a:endParaRPr lang="en-US" dirty="0"/>
        </a:p>
      </dgm:t>
    </dgm:pt>
    <dgm:pt modelId="{2D048841-D158-4EC9-9271-E0393D29661C}" type="parTrans" cxnId="{FCDD075C-70B5-426D-88C0-062F3A4836D3}">
      <dgm:prSet/>
      <dgm:spPr/>
      <dgm:t>
        <a:bodyPr/>
        <a:lstStyle/>
        <a:p>
          <a:endParaRPr lang="en-US"/>
        </a:p>
      </dgm:t>
    </dgm:pt>
    <dgm:pt modelId="{806A104E-C672-47E5-A4FE-582745E46E3D}" type="sibTrans" cxnId="{FCDD075C-70B5-426D-88C0-062F3A4836D3}">
      <dgm:prSet/>
      <dgm:spPr/>
      <dgm:t>
        <a:bodyPr/>
        <a:lstStyle/>
        <a:p>
          <a:endParaRPr lang="en-US"/>
        </a:p>
      </dgm:t>
    </dgm:pt>
    <dgm:pt modelId="{629CFF04-9381-472C-9DC6-602932B18050}">
      <dgm:prSet/>
      <dgm:spPr/>
      <dgm:t>
        <a:bodyPr/>
        <a:lstStyle/>
        <a:p>
          <a:r>
            <a:rPr lang="en-US" b="1"/>
            <a:t>Problem Statement</a:t>
          </a:r>
          <a:endParaRPr lang="en-US"/>
        </a:p>
      </dgm:t>
    </dgm:pt>
    <dgm:pt modelId="{EEF0EC81-8C1D-49FB-8F75-B0846C086D0A}" type="parTrans" cxnId="{F53A4DD3-37CE-4754-96FB-8AE2A74DFE93}">
      <dgm:prSet/>
      <dgm:spPr/>
      <dgm:t>
        <a:bodyPr/>
        <a:lstStyle/>
        <a:p>
          <a:endParaRPr lang="en-US"/>
        </a:p>
      </dgm:t>
    </dgm:pt>
    <dgm:pt modelId="{00900DD1-F0A9-43E5-B2DB-C31BF3BAC8AA}" type="sibTrans" cxnId="{F53A4DD3-37CE-4754-96FB-8AE2A74DFE93}">
      <dgm:prSet/>
      <dgm:spPr/>
      <dgm:t>
        <a:bodyPr/>
        <a:lstStyle/>
        <a:p>
          <a:endParaRPr lang="en-US"/>
        </a:p>
      </dgm:t>
    </dgm:pt>
    <dgm:pt modelId="{1CFB2351-467F-425F-ACFC-F637A9274853}">
      <dgm:prSet/>
      <dgm:spPr/>
      <dgm:t>
        <a:bodyPr/>
        <a:lstStyle/>
        <a:p>
          <a:r>
            <a:rPr lang="en-US" b="1" dirty="0"/>
            <a:t>Methodology</a:t>
          </a:r>
        </a:p>
      </dgm:t>
    </dgm:pt>
    <dgm:pt modelId="{569D9369-4CD1-4799-A1BD-AC5D99D12A7E}" type="parTrans" cxnId="{874F89A6-43B3-4276-9531-3C8585698E87}">
      <dgm:prSet/>
      <dgm:spPr/>
      <dgm:t>
        <a:bodyPr/>
        <a:lstStyle/>
        <a:p>
          <a:endParaRPr lang="en-US"/>
        </a:p>
      </dgm:t>
    </dgm:pt>
    <dgm:pt modelId="{F33DBC02-8DBB-43EF-9813-FA7EF93A0386}" type="sibTrans" cxnId="{874F89A6-43B3-4276-9531-3C8585698E87}">
      <dgm:prSet/>
      <dgm:spPr/>
      <dgm:t>
        <a:bodyPr/>
        <a:lstStyle/>
        <a:p>
          <a:endParaRPr lang="en-US"/>
        </a:p>
      </dgm:t>
    </dgm:pt>
    <dgm:pt modelId="{E2B4B7FC-B1E7-4474-A649-E67FAE0497EE}" type="pres">
      <dgm:prSet presAssocID="{39E3F8D8-227C-437A-B602-81803850ABB8}" presName="outerComposite" presStyleCnt="0">
        <dgm:presLayoutVars>
          <dgm:chMax val="5"/>
          <dgm:dir/>
          <dgm:resizeHandles val="exact"/>
        </dgm:presLayoutVars>
      </dgm:prSet>
      <dgm:spPr/>
    </dgm:pt>
    <dgm:pt modelId="{682D27EA-F01A-4BFB-B3AC-379C1A2B97AB}" type="pres">
      <dgm:prSet presAssocID="{39E3F8D8-227C-437A-B602-81803850ABB8}" presName="dummyMaxCanvas" presStyleCnt="0">
        <dgm:presLayoutVars/>
      </dgm:prSet>
      <dgm:spPr/>
    </dgm:pt>
    <dgm:pt modelId="{385A69B2-A138-473E-88D1-30D26367E7B3}" type="pres">
      <dgm:prSet presAssocID="{39E3F8D8-227C-437A-B602-81803850ABB8}" presName="FiveNodes_1" presStyleLbl="node1" presStyleIdx="0" presStyleCnt="5">
        <dgm:presLayoutVars>
          <dgm:bulletEnabled val="1"/>
        </dgm:presLayoutVars>
      </dgm:prSet>
      <dgm:spPr/>
    </dgm:pt>
    <dgm:pt modelId="{72550FBC-B137-40FC-A2EE-2A6CF57929C6}" type="pres">
      <dgm:prSet presAssocID="{39E3F8D8-227C-437A-B602-81803850ABB8}" presName="FiveNodes_2" presStyleLbl="node1" presStyleIdx="1" presStyleCnt="5">
        <dgm:presLayoutVars>
          <dgm:bulletEnabled val="1"/>
        </dgm:presLayoutVars>
      </dgm:prSet>
      <dgm:spPr/>
    </dgm:pt>
    <dgm:pt modelId="{FF4F7DF1-F318-4B74-A087-2E50E5E18832}" type="pres">
      <dgm:prSet presAssocID="{39E3F8D8-227C-437A-B602-81803850ABB8}" presName="FiveNodes_3" presStyleLbl="node1" presStyleIdx="2" presStyleCnt="5" custLinFactY="12964" custLinFactNeighborX="5283" custLinFactNeighborY="100000">
        <dgm:presLayoutVars>
          <dgm:bulletEnabled val="1"/>
        </dgm:presLayoutVars>
      </dgm:prSet>
      <dgm:spPr/>
    </dgm:pt>
    <dgm:pt modelId="{95903131-A081-4479-AFF6-5F07B11BC586}" type="pres">
      <dgm:prSet presAssocID="{39E3F8D8-227C-437A-B602-81803850ABB8}" presName="FiveNodes_4" presStyleLbl="node1" presStyleIdx="3" presStyleCnt="5" custLinFactY="-13761" custLinFactNeighborX="-7497" custLinFactNeighborY="-100000">
        <dgm:presLayoutVars>
          <dgm:bulletEnabled val="1"/>
        </dgm:presLayoutVars>
      </dgm:prSet>
      <dgm:spPr/>
    </dgm:pt>
    <dgm:pt modelId="{03DD2B06-B014-4E3B-B004-34A18A405888}" type="pres">
      <dgm:prSet presAssocID="{39E3F8D8-227C-437A-B602-81803850ABB8}" presName="FiveNodes_5" presStyleLbl="node1" presStyleIdx="4" presStyleCnt="5">
        <dgm:presLayoutVars>
          <dgm:bulletEnabled val="1"/>
        </dgm:presLayoutVars>
      </dgm:prSet>
      <dgm:spPr/>
    </dgm:pt>
    <dgm:pt modelId="{3F6A5E10-367B-4494-9A22-89192CD6A767}" type="pres">
      <dgm:prSet presAssocID="{39E3F8D8-227C-437A-B602-81803850ABB8}" presName="FiveConn_1-2" presStyleLbl="fgAccFollowNode1" presStyleIdx="0" presStyleCnt="4">
        <dgm:presLayoutVars>
          <dgm:bulletEnabled val="1"/>
        </dgm:presLayoutVars>
      </dgm:prSet>
      <dgm:spPr/>
    </dgm:pt>
    <dgm:pt modelId="{BAD9D102-D2DE-4034-A557-15A866E925B7}" type="pres">
      <dgm:prSet presAssocID="{39E3F8D8-227C-437A-B602-81803850ABB8}" presName="FiveConn_2-3" presStyleLbl="fgAccFollowNode1" presStyleIdx="1" presStyleCnt="4">
        <dgm:presLayoutVars>
          <dgm:bulletEnabled val="1"/>
        </dgm:presLayoutVars>
      </dgm:prSet>
      <dgm:spPr/>
    </dgm:pt>
    <dgm:pt modelId="{48DE2B00-5912-450A-8C1B-F2B91689F138}" type="pres">
      <dgm:prSet presAssocID="{39E3F8D8-227C-437A-B602-81803850ABB8}" presName="FiveConn_3-4" presStyleLbl="fgAccFollowNode1" presStyleIdx="2" presStyleCnt="4">
        <dgm:presLayoutVars>
          <dgm:bulletEnabled val="1"/>
        </dgm:presLayoutVars>
      </dgm:prSet>
      <dgm:spPr/>
    </dgm:pt>
    <dgm:pt modelId="{FA3EC13A-6EC5-48E7-94F3-0EA2F2379095}" type="pres">
      <dgm:prSet presAssocID="{39E3F8D8-227C-437A-B602-81803850ABB8}" presName="FiveConn_4-5" presStyleLbl="fgAccFollowNode1" presStyleIdx="3" presStyleCnt="4">
        <dgm:presLayoutVars>
          <dgm:bulletEnabled val="1"/>
        </dgm:presLayoutVars>
      </dgm:prSet>
      <dgm:spPr/>
    </dgm:pt>
    <dgm:pt modelId="{8B5E0034-5B29-43D7-AD9D-5CBC6E60A944}" type="pres">
      <dgm:prSet presAssocID="{39E3F8D8-227C-437A-B602-81803850ABB8}" presName="FiveNodes_1_text" presStyleLbl="node1" presStyleIdx="4" presStyleCnt="5">
        <dgm:presLayoutVars>
          <dgm:bulletEnabled val="1"/>
        </dgm:presLayoutVars>
      </dgm:prSet>
      <dgm:spPr/>
    </dgm:pt>
    <dgm:pt modelId="{520C7F02-EFDD-47C6-BF1B-E0CBC5296E23}" type="pres">
      <dgm:prSet presAssocID="{39E3F8D8-227C-437A-B602-81803850ABB8}" presName="FiveNodes_2_text" presStyleLbl="node1" presStyleIdx="4" presStyleCnt="5">
        <dgm:presLayoutVars>
          <dgm:bulletEnabled val="1"/>
        </dgm:presLayoutVars>
      </dgm:prSet>
      <dgm:spPr/>
    </dgm:pt>
    <dgm:pt modelId="{4F834404-5BC1-4BD5-9CA9-B94D3BF0D4C6}" type="pres">
      <dgm:prSet presAssocID="{39E3F8D8-227C-437A-B602-81803850ABB8}" presName="FiveNodes_3_text" presStyleLbl="node1" presStyleIdx="4" presStyleCnt="5">
        <dgm:presLayoutVars>
          <dgm:bulletEnabled val="1"/>
        </dgm:presLayoutVars>
      </dgm:prSet>
      <dgm:spPr/>
    </dgm:pt>
    <dgm:pt modelId="{B827EC67-78E4-4C7F-8C66-5EE1AFBE08E3}" type="pres">
      <dgm:prSet presAssocID="{39E3F8D8-227C-437A-B602-81803850ABB8}" presName="FiveNodes_4_text" presStyleLbl="node1" presStyleIdx="4" presStyleCnt="5">
        <dgm:presLayoutVars>
          <dgm:bulletEnabled val="1"/>
        </dgm:presLayoutVars>
      </dgm:prSet>
      <dgm:spPr/>
    </dgm:pt>
    <dgm:pt modelId="{1A6F52EB-6933-4ED4-8165-1406839B6121}" type="pres">
      <dgm:prSet presAssocID="{39E3F8D8-227C-437A-B602-81803850ABB8}" presName="FiveNodes_5_text" presStyleLbl="node1" presStyleIdx="4" presStyleCnt="5">
        <dgm:presLayoutVars>
          <dgm:bulletEnabled val="1"/>
        </dgm:presLayoutVars>
      </dgm:prSet>
      <dgm:spPr/>
    </dgm:pt>
  </dgm:ptLst>
  <dgm:cxnLst>
    <dgm:cxn modelId="{3D3BB014-4394-48E9-A574-BB6A52C26C61}" type="presOf" srcId="{42807D64-957A-4014-B523-4F90A9E7B00C}" destId="{FF4F7DF1-F318-4B74-A087-2E50E5E18832}" srcOrd="0" destOrd="0" presId="urn:microsoft.com/office/officeart/2005/8/layout/vProcess5"/>
    <dgm:cxn modelId="{FCDD075C-70B5-426D-88C0-062F3A4836D3}" srcId="{39E3F8D8-227C-437A-B602-81803850ABB8}" destId="{42807D64-957A-4014-B523-4F90A9E7B00C}" srcOrd="2" destOrd="0" parTransId="{2D048841-D158-4EC9-9271-E0393D29661C}" sibTransId="{806A104E-C672-47E5-A4FE-582745E46E3D}"/>
    <dgm:cxn modelId="{F8AAAA5D-E31C-4E87-85A5-9F0470A26900}" type="presOf" srcId="{1CFB2351-467F-425F-ACFC-F637A9274853}" destId="{1A6F52EB-6933-4ED4-8165-1406839B6121}" srcOrd="1" destOrd="0" presId="urn:microsoft.com/office/officeart/2005/8/layout/vProcess5"/>
    <dgm:cxn modelId="{42A8EB5D-C383-4CE8-B1A2-00D361A3AE84}" type="presOf" srcId="{806A104E-C672-47E5-A4FE-582745E46E3D}" destId="{48DE2B00-5912-450A-8C1B-F2B91689F138}" srcOrd="0" destOrd="0" presId="urn:microsoft.com/office/officeart/2005/8/layout/vProcess5"/>
    <dgm:cxn modelId="{54E90760-D5EA-437F-A8D0-1E7E968901C6}" type="presOf" srcId="{39E3F8D8-227C-437A-B602-81803850ABB8}" destId="{E2B4B7FC-B1E7-4474-A649-E67FAE0497EE}" srcOrd="0" destOrd="0" presId="urn:microsoft.com/office/officeart/2005/8/layout/vProcess5"/>
    <dgm:cxn modelId="{41DF6F61-3DBA-4C7B-BA0D-F024F8C1A93C}" type="presOf" srcId="{629CFF04-9381-472C-9DC6-602932B18050}" destId="{95903131-A081-4479-AFF6-5F07B11BC586}" srcOrd="0" destOrd="0" presId="urn:microsoft.com/office/officeart/2005/8/layout/vProcess5"/>
    <dgm:cxn modelId="{C4462B65-B163-452B-BFBF-F7311C4A4B97}" type="presOf" srcId="{00900DD1-F0A9-43E5-B2DB-C31BF3BAC8AA}" destId="{FA3EC13A-6EC5-48E7-94F3-0EA2F2379095}" srcOrd="0" destOrd="0" presId="urn:microsoft.com/office/officeart/2005/8/layout/vProcess5"/>
    <dgm:cxn modelId="{CB4EB047-F958-4673-BDE9-80CB84DDEC58}" srcId="{39E3F8D8-227C-437A-B602-81803850ABB8}" destId="{68164E03-60BB-4FCF-9D5A-B77104F81BE0}" srcOrd="0" destOrd="0" parTransId="{68EE0377-4F5B-481D-BF10-51DF7E880263}" sibTransId="{F25DC0BA-6757-4FA5-A2B4-169265F73734}"/>
    <dgm:cxn modelId="{2609AB6D-B7A5-4657-BB69-CE54CCB2FF3E}" type="presOf" srcId="{59F9F55A-1F05-4C1E-8122-3D5E770394D0}" destId="{BAD9D102-D2DE-4034-A557-15A866E925B7}" srcOrd="0" destOrd="0" presId="urn:microsoft.com/office/officeart/2005/8/layout/vProcess5"/>
    <dgm:cxn modelId="{5289C473-71E2-47E3-9D9E-896E76778D11}" type="presOf" srcId="{F25DC0BA-6757-4FA5-A2B4-169265F73734}" destId="{3F6A5E10-367B-4494-9A22-89192CD6A767}" srcOrd="0" destOrd="0" presId="urn:microsoft.com/office/officeart/2005/8/layout/vProcess5"/>
    <dgm:cxn modelId="{571961A6-413E-4880-8B72-1616484990AA}" type="presOf" srcId="{B51F4197-FEF2-4B30-8B05-19625A190BD2}" destId="{520C7F02-EFDD-47C6-BF1B-E0CBC5296E23}" srcOrd="1" destOrd="0" presId="urn:microsoft.com/office/officeart/2005/8/layout/vProcess5"/>
    <dgm:cxn modelId="{874F89A6-43B3-4276-9531-3C8585698E87}" srcId="{39E3F8D8-227C-437A-B602-81803850ABB8}" destId="{1CFB2351-467F-425F-ACFC-F637A9274853}" srcOrd="4" destOrd="0" parTransId="{569D9369-4CD1-4799-A1BD-AC5D99D12A7E}" sibTransId="{F33DBC02-8DBB-43EF-9813-FA7EF93A0386}"/>
    <dgm:cxn modelId="{0669A8AA-DC83-4CF3-AA0B-F46D3F018700}" srcId="{39E3F8D8-227C-437A-B602-81803850ABB8}" destId="{B51F4197-FEF2-4B30-8B05-19625A190BD2}" srcOrd="1" destOrd="0" parTransId="{34EE49A0-BDFB-41FA-A9CD-82CD33E4FA75}" sibTransId="{59F9F55A-1F05-4C1E-8122-3D5E770394D0}"/>
    <dgm:cxn modelId="{3B74A0B1-A41C-482D-A25E-0D21C9569775}" type="presOf" srcId="{42807D64-957A-4014-B523-4F90A9E7B00C}" destId="{4F834404-5BC1-4BD5-9CA9-B94D3BF0D4C6}" srcOrd="1" destOrd="0" presId="urn:microsoft.com/office/officeart/2005/8/layout/vProcess5"/>
    <dgm:cxn modelId="{9ABC44B2-700D-4FB9-AC7C-2DE3BB071EA7}" type="presOf" srcId="{1CFB2351-467F-425F-ACFC-F637A9274853}" destId="{03DD2B06-B014-4E3B-B004-34A18A405888}" srcOrd="0" destOrd="0" presId="urn:microsoft.com/office/officeart/2005/8/layout/vProcess5"/>
    <dgm:cxn modelId="{F53A4DD3-37CE-4754-96FB-8AE2A74DFE93}" srcId="{39E3F8D8-227C-437A-B602-81803850ABB8}" destId="{629CFF04-9381-472C-9DC6-602932B18050}" srcOrd="3" destOrd="0" parTransId="{EEF0EC81-8C1D-49FB-8F75-B0846C086D0A}" sibTransId="{00900DD1-F0A9-43E5-B2DB-C31BF3BAC8AA}"/>
    <dgm:cxn modelId="{7ECDEBD9-37C2-4CA1-944A-611451D5FD94}" type="presOf" srcId="{68164E03-60BB-4FCF-9D5A-B77104F81BE0}" destId="{8B5E0034-5B29-43D7-AD9D-5CBC6E60A944}" srcOrd="1" destOrd="0" presId="urn:microsoft.com/office/officeart/2005/8/layout/vProcess5"/>
    <dgm:cxn modelId="{A98B5CDC-511D-4C21-B17F-6EC735F74D45}" type="presOf" srcId="{B51F4197-FEF2-4B30-8B05-19625A190BD2}" destId="{72550FBC-B137-40FC-A2EE-2A6CF57929C6}" srcOrd="0" destOrd="0" presId="urn:microsoft.com/office/officeart/2005/8/layout/vProcess5"/>
    <dgm:cxn modelId="{C8CE2DDE-C35C-4279-A451-9E3EDA68C639}" type="presOf" srcId="{629CFF04-9381-472C-9DC6-602932B18050}" destId="{B827EC67-78E4-4C7F-8C66-5EE1AFBE08E3}" srcOrd="1" destOrd="0" presId="urn:microsoft.com/office/officeart/2005/8/layout/vProcess5"/>
    <dgm:cxn modelId="{985B99FF-F8BF-4713-947A-9AE332577853}" type="presOf" srcId="{68164E03-60BB-4FCF-9D5A-B77104F81BE0}" destId="{385A69B2-A138-473E-88D1-30D26367E7B3}" srcOrd="0" destOrd="0" presId="urn:microsoft.com/office/officeart/2005/8/layout/vProcess5"/>
    <dgm:cxn modelId="{F01B9B5F-420D-4ED0-8C7D-43FB54304854}" type="presParOf" srcId="{E2B4B7FC-B1E7-4474-A649-E67FAE0497EE}" destId="{682D27EA-F01A-4BFB-B3AC-379C1A2B97AB}" srcOrd="0" destOrd="0" presId="urn:microsoft.com/office/officeart/2005/8/layout/vProcess5"/>
    <dgm:cxn modelId="{2E84DDCF-62B8-46D1-BE1F-349BB515B157}" type="presParOf" srcId="{E2B4B7FC-B1E7-4474-A649-E67FAE0497EE}" destId="{385A69B2-A138-473E-88D1-30D26367E7B3}" srcOrd="1" destOrd="0" presId="urn:microsoft.com/office/officeart/2005/8/layout/vProcess5"/>
    <dgm:cxn modelId="{2E43AB84-EF47-4A7A-B956-DBFC7E7380C6}" type="presParOf" srcId="{E2B4B7FC-B1E7-4474-A649-E67FAE0497EE}" destId="{72550FBC-B137-40FC-A2EE-2A6CF57929C6}" srcOrd="2" destOrd="0" presId="urn:microsoft.com/office/officeart/2005/8/layout/vProcess5"/>
    <dgm:cxn modelId="{BF84760E-EAD0-4FE5-BD97-0B7F8819ACB2}" type="presParOf" srcId="{E2B4B7FC-B1E7-4474-A649-E67FAE0497EE}" destId="{FF4F7DF1-F318-4B74-A087-2E50E5E18832}" srcOrd="3" destOrd="0" presId="urn:microsoft.com/office/officeart/2005/8/layout/vProcess5"/>
    <dgm:cxn modelId="{E42D7581-40B0-4CF0-B4B7-BCEBC7BE5780}" type="presParOf" srcId="{E2B4B7FC-B1E7-4474-A649-E67FAE0497EE}" destId="{95903131-A081-4479-AFF6-5F07B11BC586}" srcOrd="4" destOrd="0" presId="urn:microsoft.com/office/officeart/2005/8/layout/vProcess5"/>
    <dgm:cxn modelId="{3F6C9576-8D02-4201-9269-D9765965FD78}" type="presParOf" srcId="{E2B4B7FC-B1E7-4474-A649-E67FAE0497EE}" destId="{03DD2B06-B014-4E3B-B004-34A18A405888}" srcOrd="5" destOrd="0" presId="urn:microsoft.com/office/officeart/2005/8/layout/vProcess5"/>
    <dgm:cxn modelId="{DC38D70D-2EC3-4E8B-91B1-FAE334C73C6F}" type="presParOf" srcId="{E2B4B7FC-B1E7-4474-A649-E67FAE0497EE}" destId="{3F6A5E10-367B-4494-9A22-89192CD6A767}" srcOrd="6" destOrd="0" presId="urn:microsoft.com/office/officeart/2005/8/layout/vProcess5"/>
    <dgm:cxn modelId="{2692AF98-DFFF-4D07-B8B9-9566B7071416}" type="presParOf" srcId="{E2B4B7FC-B1E7-4474-A649-E67FAE0497EE}" destId="{BAD9D102-D2DE-4034-A557-15A866E925B7}" srcOrd="7" destOrd="0" presId="urn:microsoft.com/office/officeart/2005/8/layout/vProcess5"/>
    <dgm:cxn modelId="{BE72808D-10AE-4926-BFF3-63664216CC75}" type="presParOf" srcId="{E2B4B7FC-B1E7-4474-A649-E67FAE0497EE}" destId="{48DE2B00-5912-450A-8C1B-F2B91689F138}" srcOrd="8" destOrd="0" presId="urn:microsoft.com/office/officeart/2005/8/layout/vProcess5"/>
    <dgm:cxn modelId="{FD20DAEC-6BA4-4B1B-BA72-591A3AC5C451}" type="presParOf" srcId="{E2B4B7FC-B1E7-4474-A649-E67FAE0497EE}" destId="{FA3EC13A-6EC5-48E7-94F3-0EA2F2379095}" srcOrd="9" destOrd="0" presId="urn:microsoft.com/office/officeart/2005/8/layout/vProcess5"/>
    <dgm:cxn modelId="{73A695A5-682A-4F85-B610-94E2BC7C7639}" type="presParOf" srcId="{E2B4B7FC-B1E7-4474-A649-E67FAE0497EE}" destId="{8B5E0034-5B29-43D7-AD9D-5CBC6E60A944}" srcOrd="10" destOrd="0" presId="urn:microsoft.com/office/officeart/2005/8/layout/vProcess5"/>
    <dgm:cxn modelId="{D84A671A-C2A6-48AA-AAEC-37B705035C49}" type="presParOf" srcId="{E2B4B7FC-B1E7-4474-A649-E67FAE0497EE}" destId="{520C7F02-EFDD-47C6-BF1B-E0CBC5296E23}" srcOrd="11" destOrd="0" presId="urn:microsoft.com/office/officeart/2005/8/layout/vProcess5"/>
    <dgm:cxn modelId="{F86F5935-A0D6-4238-91EF-42FBAFBFD22B}" type="presParOf" srcId="{E2B4B7FC-B1E7-4474-A649-E67FAE0497EE}" destId="{4F834404-5BC1-4BD5-9CA9-B94D3BF0D4C6}" srcOrd="12" destOrd="0" presId="urn:microsoft.com/office/officeart/2005/8/layout/vProcess5"/>
    <dgm:cxn modelId="{20C27129-C399-4E2D-948C-3ADBB96BF858}" type="presParOf" srcId="{E2B4B7FC-B1E7-4474-A649-E67FAE0497EE}" destId="{B827EC67-78E4-4C7F-8C66-5EE1AFBE08E3}" srcOrd="13" destOrd="0" presId="urn:microsoft.com/office/officeart/2005/8/layout/vProcess5"/>
    <dgm:cxn modelId="{F2A64014-361F-4CCD-AEEE-D3D5BFA75CDD}" type="presParOf" srcId="{E2B4B7FC-B1E7-4474-A649-E67FAE0497EE}" destId="{1A6F52EB-6933-4ED4-8165-1406839B6121}" srcOrd="14" destOrd="0" presId="urn:microsoft.com/office/officeart/2005/8/layout/vProcess5"/>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8AF175D4-4A69-4BFF-809A-53D123AAFEDF}" type="doc">
      <dgm:prSet loTypeId="urn:microsoft.com/office/officeart/2018/2/layout/IconVerticalSolidList" loCatId="icon" qsTypeId="urn:microsoft.com/office/officeart/2005/8/quickstyle/simple1" qsCatId="simple" csTypeId="urn:microsoft.com/office/officeart/2005/8/colors/accent1_2" csCatId="accent1" phldr="1"/>
      <dgm:spPr/>
      <dgm:t>
        <a:bodyPr/>
        <a:lstStyle/>
        <a:p>
          <a:endParaRPr lang="en-US"/>
        </a:p>
      </dgm:t>
    </dgm:pt>
    <dgm:pt modelId="{A6403499-7B64-47C2-98BB-8DEC243F2855}">
      <dgm:prSet/>
      <dgm:spPr/>
      <dgm:t>
        <a:bodyPr/>
        <a:lstStyle/>
        <a:p>
          <a:pPr>
            <a:lnSpc>
              <a:spcPct val="100000"/>
            </a:lnSpc>
          </a:pPr>
          <a:r>
            <a:rPr lang="en-US" b="1" dirty="0"/>
            <a:t>Objective:</a:t>
          </a:r>
          <a:r>
            <a:rPr lang="en-US" dirty="0"/>
            <a:t> Develop PHAI, a system that takes EHRs Large Data to summarize patient medical histories.</a:t>
          </a:r>
        </a:p>
      </dgm:t>
    </dgm:pt>
    <dgm:pt modelId="{A8F9CD88-EA45-47D5-AA75-AE2E629BDA33}" type="parTrans" cxnId="{BAACCD4F-F2C1-45BA-8F73-06F97AD7EAA7}">
      <dgm:prSet/>
      <dgm:spPr/>
      <dgm:t>
        <a:bodyPr/>
        <a:lstStyle/>
        <a:p>
          <a:endParaRPr lang="en-US"/>
        </a:p>
      </dgm:t>
    </dgm:pt>
    <dgm:pt modelId="{8ECB8577-4216-41D9-999F-608EB53BE28A}" type="sibTrans" cxnId="{BAACCD4F-F2C1-45BA-8F73-06F97AD7EAA7}">
      <dgm:prSet/>
      <dgm:spPr/>
      <dgm:t>
        <a:bodyPr/>
        <a:lstStyle/>
        <a:p>
          <a:endParaRPr lang="en-US"/>
        </a:p>
      </dgm:t>
    </dgm:pt>
    <dgm:pt modelId="{546C3B01-E319-41E7-955B-C25C6F050F41}">
      <dgm:prSet/>
      <dgm:spPr/>
      <dgm:t>
        <a:bodyPr/>
        <a:lstStyle/>
        <a:p>
          <a:pPr>
            <a:lnSpc>
              <a:spcPct val="100000"/>
            </a:lnSpc>
          </a:pPr>
          <a:r>
            <a:rPr lang="en-US" b="1" dirty="0"/>
            <a:t>Technology Used:</a:t>
          </a:r>
          <a:r>
            <a:rPr lang="en-US" dirty="0"/>
            <a:t> Natural Language Processing (NLP), Large Language Models (LLMs)</a:t>
          </a:r>
        </a:p>
      </dgm:t>
    </dgm:pt>
    <dgm:pt modelId="{FB861F5A-2E7D-4ECA-AABC-5304DA1596A3}" type="parTrans" cxnId="{B7404327-FB22-451B-B9E6-77C9831B3941}">
      <dgm:prSet/>
      <dgm:spPr/>
      <dgm:t>
        <a:bodyPr/>
        <a:lstStyle/>
        <a:p>
          <a:endParaRPr lang="en-US"/>
        </a:p>
      </dgm:t>
    </dgm:pt>
    <dgm:pt modelId="{B48C55E6-1E4D-4BDB-A39B-412939322738}" type="sibTrans" cxnId="{B7404327-FB22-451B-B9E6-77C9831B3941}">
      <dgm:prSet/>
      <dgm:spPr/>
      <dgm:t>
        <a:bodyPr/>
        <a:lstStyle/>
        <a:p>
          <a:endParaRPr lang="en-US"/>
        </a:p>
      </dgm:t>
    </dgm:pt>
    <dgm:pt modelId="{10959191-3B2B-4FD2-BF27-C10C400869CE}">
      <dgm:prSet/>
      <dgm:spPr/>
      <dgm:t>
        <a:bodyPr/>
        <a:lstStyle/>
        <a:p>
          <a:pPr>
            <a:lnSpc>
              <a:spcPct val="100000"/>
            </a:lnSpc>
          </a:pPr>
          <a:r>
            <a:rPr lang="en-US" b="1" dirty="0"/>
            <a:t>Unique Features: </a:t>
          </a:r>
          <a:r>
            <a:rPr lang="en-US" b="0" dirty="0"/>
            <a:t>Complete the Incomplete Records, Generate Prompt for Large data, Generate AI Summaries </a:t>
          </a:r>
          <a:r>
            <a:rPr lang="en-US" b="1" dirty="0"/>
            <a:t> </a:t>
          </a:r>
          <a:endParaRPr lang="en-US" dirty="0"/>
        </a:p>
      </dgm:t>
    </dgm:pt>
    <dgm:pt modelId="{D13C718F-BE48-40D5-893B-4E0470EA1E37}" type="parTrans" cxnId="{3CCE6AD3-E145-4814-96A1-1770DC578253}">
      <dgm:prSet/>
      <dgm:spPr/>
      <dgm:t>
        <a:bodyPr/>
        <a:lstStyle/>
        <a:p>
          <a:endParaRPr lang="en-US"/>
        </a:p>
      </dgm:t>
    </dgm:pt>
    <dgm:pt modelId="{F47A7B78-8BFD-44B6-A347-FEC75EB1D2BB}" type="sibTrans" cxnId="{3CCE6AD3-E145-4814-96A1-1770DC578253}">
      <dgm:prSet/>
      <dgm:spPr/>
      <dgm:t>
        <a:bodyPr/>
        <a:lstStyle/>
        <a:p>
          <a:endParaRPr lang="en-US"/>
        </a:p>
      </dgm:t>
    </dgm:pt>
    <dgm:pt modelId="{97EE93C2-A9F0-4B41-90D0-7054077B4941}">
      <dgm:prSet/>
      <dgm:spPr/>
      <dgm:t>
        <a:bodyPr/>
        <a:lstStyle/>
        <a:p>
          <a:pPr>
            <a:lnSpc>
              <a:spcPct val="100000"/>
            </a:lnSpc>
          </a:pPr>
          <a:r>
            <a:rPr lang="en-US" b="1" dirty="0"/>
            <a:t>Benefits:</a:t>
          </a:r>
          <a:endParaRPr lang="en-US" dirty="0"/>
        </a:p>
      </dgm:t>
    </dgm:pt>
    <dgm:pt modelId="{59EBE021-EED1-4154-B88A-A9A900FB2D2D}" type="parTrans" cxnId="{39FD7832-E917-4ED6-B337-E4A9405E380A}">
      <dgm:prSet/>
      <dgm:spPr/>
      <dgm:t>
        <a:bodyPr/>
        <a:lstStyle/>
        <a:p>
          <a:endParaRPr lang="en-US"/>
        </a:p>
      </dgm:t>
    </dgm:pt>
    <dgm:pt modelId="{C92458B4-C85A-46AA-927E-42D1CCB0D430}" type="sibTrans" cxnId="{39FD7832-E917-4ED6-B337-E4A9405E380A}">
      <dgm:prSet/>
      <dgm:spPr/>
      <dgm:t>
        <a:bodyPr/>
        <a:lstStyle/>
        <a:p>
          <a:endParaRPr lang="en-US"/>
        </a:p>
      </dgm:t>
    </dgm:pt>
    <dgm:pt modelId="{58EB97EA-21E7-40C5-AE99-1B65A6F807D9}">
      <dgm:prSet/>
      <dgm:spPr/>
      <dgm:t>
        <a:bodyPr/>
        <a:lstStyle/>
        <a:p>
          <a:pPr>
            <a:lnSpc>
              <a:spcPct val="100000"/>
            </a:lnSpc>
          </a:pPr>
          <a:r>
            <a:rPr lang="en-US"/>
            <a:t>Reduces time for medical record reviews.</a:t>
          </a:r>
        </a:p>
      </dgm:t>
    </dgm:pt>
    <dgm:pt modelId="{04E80D33-C398-4545-A20C-E4CFBD9096D1}" type="parTrans" cxnId="{185DF8C6-535C-40E6-9046-A3EFC05B55E3}">
      <dgm:prSet/>
      <dgm:spPr/>
      <dgm:t>
        <a:bodyPr/>
        <a:lstStyle/>
        <a:p>
          <a:endParaRPr lang="en-US"/>
        </a:p>
      </dgm:t>
    </dgm:pt>
    <dgm:pt modelId="{E5F61239-4FA1-411E-B970-CA6AD88CA32D}" type="sibTrans" cxnId="{185DF8C6-535C-40E6-9046-A3EFC05B55E3}">
      <dgm:prSet/>
      <dgm:spPr/>
      <dgm:t>
        <a:bodyPr/>
        <a:lstStyle/>
        <a:p>
          <a:endParaRPr lang="en-US"/>
        </a:p>
      </dgm:t>
    </dgm:pt>
    <dgm:pt modelId="{E6D465D6-9923-45AB-8B92-6A23BA4BC815}">
      <dgm:prSet/>
      <dgm:spPr/>
      <dgm:t>
        <a:bodyPr/>
        <a:lstStyle/>
        <a:p>
          <a:pPr>
            <a:lnSpc>
              <a:spcPct val="100000"/>
            </a:lnSpc>
          </a:pPr>
          <a:r>
            <a:rPr lang="en-US"/>
            <a:t>Enhances clinical decision-making and patient care.</a:t>
          </a:r>
        </a:p>
      </dgm:t>
    </dgm:pt>
    <dgm:pt modelId="{92A6CBBF-904E-41C6-AA19-E30C9F096B4E}" type="parTrans" cxnId="{7B2A3DBC-C453-4372-8013-2447AC0BF854}">
      <dgm:prSet/>
      <dgm:spPr/>
      <dgm:t>
        <a:bodyPr/>
        <a:lstStyle/>
        <a:p>
          <a:endParaRPr lang="en-US"/>
        </a:p>
      </dgm:t>
    </dgm:pt>
    <dgm:pt modelId="{D2210BBA-D46B-4F1D-A8AF-4B4BE205C9BA}" type="sibTrans" cxnId="{7B2A3DBC-C453-4372-8013-2447AC0BF854}">
      <dgm:prSet/>
      <dgm:spPr/>
      <dgm:t>
        <a:bodyPr/>
        <a:lstStyle/>
        <a:p>
          <a:endParaRPr lang="en-US"/>
        </a:p>
      </dgm:t>
    </dgm:pt>
    <dgm:pt modelId="{43C242BC-D25C-40A6-AF99-FBE50188C8E6}">
      <dgm:prSet/>
      <dgm:spPr/>
      <dgm:t>
        <a:bodyPr/>
        <a:lstStyle/>
        <a:p>
          <a:pPr>
            <a:lnSpc>
              <a:spcPct val="100000"/>
            </a:lnSpc>
          </a:pPr>
          <a:r>
            <a:rPr lang="en-US" b="1"/>
            <a:t>Impact:</a:t>
          </a:r>
          <a:r>
            <a:rPr lang="en-US"/>
            <a:t> Improves accessibility in medical documentation, leading to better patient decision making.</a:t>
          </a:r>
        </a:p>
      </dgm:t>
    </dgm:pt>
    <dgm:pt modelId="{F60C06BA-AD4D-4C44-B66A-6127D5E2807E}" type="parTrans" cxnId="{6CA9227F-1E00-4E59-80BE-F4F7A863F016}">
      <dgm:prSet/>
      <dgm:spPr/>
      <dgm:t>
        <a:bodyPr/>
        <a:lstStyle/>
        <a:p>
          <a:endParaRPr lang="en-US"/>
        </a:p>
      </dgm:t>
    </dgm:pt>
    <dgm:pt modelId="{3D79F3D9-E90D-4697-A816-3614754D4865}" type="sibTrans" cxnId="{6CA9227F-1E00-4E59-80BE-F4F7A863F016}">
      <dgm:prSet/>
      <dgm:spPr/>
      <dgm:t>
        <a:bodyPr/>
        <a:lstStyle/>
        <a:p>
          <a:endParaRPr lang="en-US"/>
        </a:p>
      </dgm:t>
    </dgm:pt>
    <dgm:pt modelId="{D31BACE1-A97B-4FC3-AD14-A6AA8C49EF7F}" type="pres">
      <dgm:prSet presAssocID="{8AF175D4-4A69-4BFF-809A-53D123AAFEDF}" presName="root" presStyleCnt="0">
        <dgm:presLayoutVars>
          <dgm:dir/>
          <dgm:resizeHandles val="exact"/>
        </dgm:presLayoutVars>
      </dgm:prSet>
      <dgm:spPr/>
    </dgm:pt>
    <dgm:pt modelId="{12529AC7-A533-419E-87B0-62103C7E3A12}" type="pres">
      <dgm:prSet presAssocID="{A6403499-7B64-47C2-98BB-8DEC243F2855}" presName="compNode" presStyleCnt="0"/>
      <dgm:spPr/>
    </dgm:pt>
    <dgm:pt modelId="{C6279725-22A5-475D-A562-F1EF00AB59E5}" type="pres">
      <dgm:prSet presAssocID="{A6403499-7B64-47C2-98BB-8DEC243F2855}" presName="bgRect" presStyleLbl="bgShp" presStyleIdx="0" presStyleCnt="7"/>
      <dgm:spPr/>
    </dgm:pt>
    <dgm:pt modelId="{16E247F4-7788-4BCE-A813-98D6366FBBC0}" type="pres">
      <dgm:prSet presAssocID="{A6403499-7B64-47C2-98BB-8DEC243F2855}" presName="iconRect" presStyleLbl="node1" presStyleIdx="0" presStyleCnt="7"/>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Doctor"/>
        </a:ext>
      </dgm:extLst>
    </dgm:pt>
    <dgm:pt modelId="{1EB56B9E-CD39-4CFF-84B0-5622144F7F5D}" type="pres">
      <dgm:prSet presAssocID="{A6403499-7B64-47C2-98BB-8DEC243F2855}" presName="spaceRect" presStyleCnt="0"/>
      <dgm:spPr/>
    </dgm:pt>
    <dgm:pt modelId="{0CDEBE10-7D28-4895-B779-80012D13914A}" type="pres">
      <dgm:prSet presAssocID="{A6403499-7B64-47C2-98BB-8DEC243F2855}" presName="parTx" presStyleLbl="revTx" presStyleIdx="0" presStyleCnt="7">
        <dgm:presLayoutVars>
          <dgm:chMax val="0"/>
          <dgm:chPref val="0"/>
        </dgm:presLayoutVars>
      </dgm:prSet>
      <dgm:spPr/>
    </dgm:pt>
    <dgm:pt modelId="{39E92DE1-AD04-4EB8-B8BB-5DC37D8D483C}" type="pres">
      <dgm:prSet presAssocID="{8ECB8577-4216-41D9-999F-608EB53BE28A}" presName="sibTrans" presStyleCnt="0"/>
      <dgm:spPr/>
    </dgm:pt>
    <dgm:pt modelId="{7CE22552-915D-4EC4-9756-6F6A4FDF7493}" type="pres">
      <dgm:prSet presAssocID="{546C3B01-E319-41E7-955B-C25C6F050F41}" presName="compNode" presStyleCnt="0"/>
      <dgm:spPr/>
    </dgm:pt>
    <dgm:pt modelId="{A4AD6B17-C106-46FF-9C36-C5227D6CC138}" type="pres">
      <dgm:prSet presAssocID="{546C3B01-E319-41E7-955B-C25C6F050F41}" presName="bgRect" presStyleLbl="bgShp" presStyleIdx="1" presStyleCnt="7"/>
      <dgm:spPr/>
    </dgm:pt>
    <dgm:pt modelId="{0B17964D-1587-40B9-84CE-E07B789F0B6E}" type="pres">
      <dgm:prSet presAssocID="{546C3B01-E319-41E7-955B-C25C6F050F41}" presName="iconRect" presStyleLbl="node1" presStyleIdx="1" presStyleCnt="7"/>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Head with Gears"/>
        </a:ext>
      </dgm:extLst>
    </dgm:pt>
    <dgm:pt modelId="{96142C00-F04E-4D07-BC58-C5DB9D6113FF}" type="pres">
      <dgm:prSet presAssocID="{546C3B01-E319-41E7-955B-C25C6F050F41}" presName="spaceRect" presStyleCnt="0"/>
      <dgm:spPr/>
    </dgm:pt>
    <dgm:pt modelId="{117B899B-51EE-4288-9EE3-40D539AFFA62}" type="pres">
      <dgm:prSet presAssocID="{546C3B01-E319-41E7-955B-C25C6F050F41}" presName="parTx" presStyleLbl="revTx" presStyleIdx="1" presStyleCnt="7">
        <dgm:presLayoutVars>
          <dgm:chMax val="0"/>
          <dgm:chPref val="0"/>
        </dgm:presLayoutVars>
      </dgm:prSet>
      <dgm:spPr/>
    </dgm:pt>
    <dgm:pt modelId="{8FC07DAB-5054-4A96-8AE4-7810C892E3B5}" type="pres">
      <dgm:prSet presAssocID="{B48C55E6-1E4D-4BDB-A39B-412939322738}" presName="sibTrans" presStyleCnt="0"/>
      <dgm:spPr/>
    </dgm:pt>
    <dgm:pt modelId="{2E5CF9D5-3A2A-4943-AD56-D44F8524BE2F}" type="pres">
      <dgm:prSet presAssocID="{10959191-3B2B-4FD2-BF27-C10C400869CE}" presName="compNode" presStyleCnt="0"/>
      <dgm:spPr/>
    </dgm:pt>
    <dgm:pt modelId="{99842F2A-B863-4D58-AF16-5CF3B9BF2BE8}" type="pres">
      <dgm:prSet presAssocID="{10959191-3B2B-4FD2-BF27-C10C400869CE}" presName="bgRect" presStyleLbl="bgShp" presStyleIdx="2" presStyleCnt="7"/>
      <dgm:spPr/>
    </dgm:pt>
    <dgm:pt modelId="{58BF765C-905A-4436-9640-14BADC52BF6F}" type="pres">
      <dgm:prSet presAssocID="{10959191-3B2B-4FD2-BF27-C10C400869CE}" presName="iconRect" presStyleLbl="node1" presStyleIdx="2" presStyleCnt="7"/>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dgm:spPr>
      <dgm:extLst>
        <a:ext uri="{E40237B7-FDA0-4F09-8148-C483321AD2D9}">
          <dgm14:cNvPr xmlns:dgm14="http://schemas.microsoft.com/office/drawing/2010/diagram" id="0" name="" descr="Stethoscope"/>
        </a:ext>
      </dgm:extLst>
    </dgm:pt>
    <dgm:pt modelId="{256616EE-4E3F-4C86-A8C2-51A1DF0949D0}" type="pres">
      <dgm:prSet presAssocID="{10959191-3B2B-4FD2-BF27-C10C400869CE}" presName="spaceRect" presStyleCnt="0"/>
      <dgm:spPr/>
    </dgm:pt>
    <dgm:pt modelId="{BAF6BE16-E492-4208-BB9C-648BB05B5415}" type="pres">
      <dgm:prSet presAssocID="{10959191-3B2B-4FD2-BF27-C10C400869CE}" presName="parTx" presStyleLbl="revTx" presStyleIdx="2" presStyleCnt="7">
        <dgm:presLayoutVars>
          <dgm:chMax val="0"/>
          <dgm:chPref val="0"/>
        </dgm:presLayoutVars>
      </dgm:prSet>
      <dgm:spPr/>
    </dgm:pt>
    <dgm:pt modelId="{E6B9943E-68AB-4080-875F-4F17BAD2D682}" type="pres">
      <dgm:prSet presAssocID="{F47A7B78-8BFD-44B6-A347-FEC75EB1D2BB}" presName="sibTrans" presStyleCnt="0"/>
      <dgm:spPr/>
    </dgm:pt>
    <dgm:pt modelId="{ACA89666-70F9-413B-8557-6FC811B52136}" type="pres">
      <dgm:prSet presAssocID="{97EE93C2-A9F0-4B41-90D0-7054077B4941}" presName="compNode" presStyleCnt="0"/>
      <dgm:spPr/>
    </dgm:pt>
    <dgm:pt modelId="{D3213963-6711-4D44-B87D-BA7830863705}" type="pres">
      <dgm:prSet presAssocID="{97EE93C2-A9F0-4B41-90D0-7054077B4941}" presName="bgRect" presStyleLbl="bgShp" presStyleIdx="3" presStyleCnt="7"/>
      <dgm:spPr/>
    </dgm:pt>
    <dgm:pt modelId="{4CD5F9E6-0CDD-4E98-89A4-87F46CBD677D}" type="pres">
      <dgm:prSet presAssocID="{97EE93C2-A9F0-4B41-90D0-7054077B4941}" presName="iconRect" presStyleLbl="node1" presStyleIdx="3" presStyleCnt="7"/>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dgm:spPr>
      <dgm:extLst>
        <a:ext uri="{E40237B7-FDA0-4F09-8148-C483321AD2D9}">
          <dgm14:cNvPr xmlns:dgm14="http://schemas.microsoft.com/office/drawing/2010/diagram" id="0" name="" descr="Hospital"/>
        </a:ext>
      </dgm:extLst>
    </dgm:pt>
    <dgm:pt modelId="{A7C00AA5-1210-4536-9DE6-23174A947714}" type="pres">
      <dgm:prSet presAssocID="{97EE93C2-A9F0-4B41-90D0-7054077B4941}" presName="spaceRect" presStyleCnt="0"/>
      <dgm:spPr/>
    </dgm:pt>
    <dgm:pt modelId="{B170F1A5-E2EF-40DC-B533-7DCF4ADB8610}" type="pres">
      <dgm:prSet presAssocID="{97EE93C2-A9F0-4B41-90D0-7054077B4941}" presName="parTx" presStyleLbl="revTx" presStyleIdx="3" presStyleCnt="7">
        <dgm:presLayoutVars>
          <dgm:chMax val="0"/>
          <dgm:chPref val="0"/>
        </dgm:presLayoutVars>
      </dgm:prSet>
      <dgm:spPr/>
    </dgm:pt>
    <dgm:pt modelId="{546DEC83-0817-4450-8694-BFFAEC4620D0}" type="pres">
      <dgm:prSet presAssocID="{C92458B4-C85A-46AA-927E-42D1CCB0D430}" presName="sibTrans" presStyleCnt="0"/>
      <dgm:spPr/>
    </dgm:pt>
    <dgm:pt modelId="{68561FA4-9EA8-4BBC-8435-FA1CA098E779}" type="pres">
      <dgm:prSet presAssocID="{58EB97EA-21E7-40C5-AE99-1B65A6F807D9}" presName="compNode" presStyleCnt="0"/>
      <dgm:spPr/>
    </dgm:pt>
    <dgm:pt modelId="{9931F70E-D41E-4064-B7F4-C5713546FA82}" type="pres">
      <dgm:prSet presAssocID="{58EB97EA-21E7-40C5-AE99-1B65A6F807D9}" presName="bgRect" presStyleLbl="bgShp" presStyleIdx="4" presStyleCnt="7"/>
      <dgm:spPr/>
    </dgm:pt>
    <dgm:pt modelId="{830B6415-B482-4958-9A54-E52B06A91A8D}" type="pres">
      <dgm:prSet presAssocID="{58EB97EA-21E7-40C5-AE99-1B65A6F807D9}" presName="iconRect" presStyleLbl="node1" presStyleIdx="4" presStyleCnt="7"/>
      <dgm:spPr/>
    </dgm:pt>
    <dgm:pt modelId="{34FCDB3D-D6C8-43B4-AAA1-D5E1A35DDE08}" type="pres">
      <dgm:prSet presAssocID="{58EB97EA-21E7-40C5-AE99-1B65A6F807D9}" presName="spaceRect" presStyleCnt="0"/>
      <dgm:spPr/>
    </dgm:pt>
    <dgm:pt modelId="{A457BD2C-9840-49EA-A9CB-F372F12BD7BD}" type="pres">
      <dgm:prSet presAssocID="{58EB97EA-21E7-40C5-AE99-1B65A6F807D9}" presName="parTx" presStyleLbl="revTx" presStyleIdx="4" presStyleCnt="7">
        <dgm:presLayoutVars>
          <dgm:chMax val="0"/>
          <dgm:chPref val="0"/>
        </dgm:presLayoutVars>
      </dgm:prSet>
      <dgm:spPr/>
    </dgm:pt>
    <dgm:pt modelId="{299813F9-FB83-4C4C-A3A2-C5ECD659047B}" type="pres">
      <dgm:prSet presAssocID="{E5F61239-4FA1-411E-B970-CA6AD88CA32D}" presName="sibTrans" presStyleCnt="0"/>
      <dgm:spPr/>
    </dgm:pt>
    <dgm:pt modelId="{009C78B2-22B6-4C41-8CCD-FA809835B80D}" type="pres">
      <dgm:prSet presAssocID="{E6D465D6-9923-45AB-8B92-6A23BA4BC815}" presName="compNode" presStyleCnt="0"/>
      <dgm:spPr/>
    </dgm:pt>
    <dgm:pt modelId="{4104F934-1F44-4D86-AED6-D0ADE9E4CD1F}" type="pres">
      <dgm:prSet presAssocID="{E6D465D6-9923-45AB-8B92-6A23BA4BC815}" presName="bgRect" presStyleLbl="bgShp" presStyleIdx="5" presStyleCnt="7"/>
      <dgm:spPr/>
    </dgm:pt>
    <dgm:pt modelId="{4CD09A33-DF1C-4D02-8884-346013EC3B0C}" type="pres">
      <dgm:prSet presAssocID="{E6D465D6-9923-45AB-8B92-6A23BA4BC815}" presName="iconRect" presStyleLbl="node1" presStyleIdx="5" presStyleCnt="7"/>
      <dgm:spPr/>
    </dgm:pt>
    <dgm:pt modelId="{BED35B33-6558-4E6D-A133-05F614C4B270}" type="pres">
      <dgm:prSet presAssocID="{E6D465D6-9923-45AB-8B92-6A23BA4BC815}" presName="spaceRect" presStyleCnt="0"/>
      <dgm:spPr/>
    </dgm:pt>
    <dgm:pt modelId="{FFB8D469-67EE-431B-9699-ACC0E49A611F}" type="pres">
      <dgm:prSet presAssocID="{E6D465D6-9923-45AB-8B92-6A23BA4BC815}" presName="parTx" presStyleLbl="revTx" presStyleIdx="5" presStyleCnt="7">
        <dgm:presLayoutVars>
          <dgm:chMax val="0"/>
          <dgm:chPref val="0"/>
        </dgm:presLayoutVars>
      </dgm:prSet>
      <dgm:spPr/>
    </dgm:pt>
    <dgm:pt modelId="{9A7CDC62-0134-4A23-A0D5-FC12210D7131}" type="pres">
      <dgm:prSet presAssocID="{D2210BBA-D46B-4F1D-A8AF-4B4BE205C9BA}" presName="sibTrans" presStyleCnt="0"/>
      <dgm:spPr/>
    </dgm:pt>
    <dgm:pt modelId="{FE3207CC-9D3D-4CCB-82E7-CFBA392CE165}" type="pres">
      <dgm:prSet presAssocID="{43C242BC-D25C-40A6-AF99-FBE50188C8E6}" presName="compNode" presStyleCnt="0"/>
      <dgm:spPr/>
    </dgm:pt>
    <dgm:pt modelId="{5FF95BC9-D00D-48BA-BC13-976D31CCADA2}" type="pres">
      <dgm:prSet presAssocID="{43C242BC-D25C-40A6-AF99-FBE50188C8E6}" presName="bgRect" presStyleLbl="bgShp" presStyleIdx="6" presStyleCnt="7"/>
      <dgm:spPr/>
    </dgm:pt>
    <dgm:pt modelId="{38EFECE4-5D18-45B4-9DE9-4A43D120BF68}" type="pres">
      <dgm:prSet presAssocID="{43C242BC-D25C-40A6-AF99-FBE50188C8E6}" presName="iconRect" presStyleLbl="node1" presStyleIdx="6" presStyleCnt="7"/>
      <dgm:spPr/>
    </dgm:pt>
    <dgm:pt modelId="{E38446BE-1749-4A98-A1CB-AC8A8B946CE1}" type="pres">
      <dgm:prSet presAssocID="{43C242BC-D25C-40A6-AF99-FBE50188C8E6}" presName="spaceRect" presStyleCnt="0"/>
      <dgm:spPr/>
    </dgm:pt>
    <dgm:pt modelId="{AB945876-3AFD-4503-8F7C-FFE4434602C4}" type="pres">
      <dgm:prSet presAssocID="{43C242BC-D25C-40A6-AF99-FBE50188C8E6}" presName="parTx" presStyleLbl="revTx" presStyleIdx="6" presStyleCnt="7">
        <dgm:presLayoutVars>
          <dgm:chMax val="0"/>
          <dgm:chPref val="0"/>
        </dgm:presLayoutVars>
      </dgm:prSet>
      <dgm:spPr/>
    </dgm:pt>
  </dgm:ptLst>
  <dgm:cxnLst>
    <dgm:cxn modelId="{82E4390A-4AFD-411E-BB7E-5FC59FD516DE}" type="presOf" srcId="{97EE93C2-A9F0-4B41-90D0-7054077B4941}" destId="{B170F1A5-E2EF-40DC-B533-7DCF4ADB8610}" srcOrd="0" destOrd="0" presId="urn:microsoft.com/office/officeart/2018/2/layout/IconVerticalSolidList"/>
    <dgm:cxn modelId="{B7404327-FB22-451B-B9E6-77C9831B3941}" srcId="{8AF175D4-4A69-4BFF-809A-53D123AAFEDF}" destId="{546C3B01-E319-41E7-955B-C25C6F050F41}" srcOrd="1" destOrd="0" parTransId="{FB861F5A-2E7D-4ECA-AABC-5304DA1596A3}" sibTransId="{B48C55E6-1E4D-4BDB-A39B-412939322738}"/>
    <dgm:cxn modelId="{39FD7832-E917-4ED6-B337-E4A9405E380A}" srcId="{8AF175D4-4A69-4BFF-809A-53D123AAFEDF}" destId="{97EE93C2-A9F0-4B41-90D0-7054077B4941}" srcOrd="3" destOrd="0" parTransId="{59EBE021-EED1-4154-B88A-A9A900FB2D2D}" sibTransId="{C92458B4-C85A-46AA-927E-42D1CCB0D430}"/>
    <dgm:cxn modelId="{A107F23F-C372-4931-939A-79591829A370}" type="presOf" srcId="{10959191-3B2B-4FD2-BF27-C10C400869CE}" destId="{BAF6BE16-E492-4208-BB9C-648BB05B5415}" srcOrd="0" destOrd="0" presId="urn:microsoft.com/office/officeart/2018/2/layout/IconVerticalSolidList"/>
    <dgm:cxn modelId="{28C14F62-3FDE-4D61-A97C-F620F1ADC084}" type="presOf" srcId="{8AF175D4-4A69-4BFF-809A-53D123AAFEDF}" destId="{D31BACE1-A97B-4FC3-AD14-A6AA8C49EF7F}" srcOrd="0" destOrd="0" presId="urn:microsoft.com/office/officeart/2018/2/layout/IconVerticalSolidList"/>
    <dgm:cxn modelId="{BAACCD4F-F2C1-45BA-8F73-06F97AD7EAA7}" srcId="{8AF175D4-4A69-4BFF-809A-53D123AAFEDF}" destId="{A6403499-7B64-47C2-98BB-8DEC243F2855}" srcOrd="0" destOrd="0" parTransId="{A8F9CD88-EA45-47D5-AA75-AE2E629BDA33}" sibTransId="{8ECB8577-4216-41D9-999F-608EB53BE28A}"/>
    <dgm:cxn modelId="{33F01170-C4D8-4C97-827A-6ECE54767A53}" type="presOf" srcId="{58EB97EA-21E7-40C5-AE99-1B65A6F807D9}" destId="{A457BD2C-9840-49EA-A9CB-F372F12BD7BD}" srcOrd="0" destOrd="0" presId="urn:microsoft.com/office/officeart/2018/2/layout/IconVerticalSolidList"/>
    <dgm:cxn modelId="{6CA9227F-1E00-4E59-80BE-F4F7A863F016}" srcId="{8AF175D4-4A69-4BFF-809A-53D123AAFEDF}" destId="{43C242BC-D25C-40A6-AF99-FBE50188C8E6}" srcOrd="6" destOrd="0" parTransId="{F60C06BA-AD4D-4C44-B66A-6127D5E2807E}" sibTransId="{3D79F3D9-E90D-4697-A816-3614754D4865}"/>
    <dgm:cxn modelId="{1FAFED9E-A9EF-443D-9E8A-C87DDBF7F329}" type="presOf" srcId="{43C242BC-D25C-40A6-AF99-FBE50188C8E6}" destId="{AB945876-3AFD-4503-8F7C-FFE4434602C4}" srcOrd="0" destOrd="0" presId="urn:microsoft.com/office/officeart/2018/2/layout/IconVerticalSolidList"/>
    <dgm:cxn modelId="{87FBFA9E-07E0-48AF-A4EF-A8E86B416B49}" type="presOf" srcId="{546C3B01-E319-41E7-955B-C25C6F050F41}" destId="{117B899B-51EE-4288-9EE3-40D539AFFA62}" srcOrd="0" destOrd="0" presId="urn:microsoft.com/office/officeart/2018/2/layout/IconVerticalSolidList"/>
    <dgm:cxn modelId="{7B2A3DBC-C453-4372-8013-2447AC0BF854}" srcId="{8AF175D4-4A69-4BFF-809A-53D123AAFEDF}" destId="{E6D465D6-9923-45AB-8B92-6A23BA4BC815}" srcOrd="5" destOrd="0" parTransId="{92A6CBBF-904E-41C6-AA19-E30C9F096B4E}" sibTransId="{D2210BBA-D46B-4F1D-A8AF-4B4BE205C9BA}"/>
    <dgm:cxn modelId="{185DF8C6-535C-40E6-9046-A3EFC05B55E3}" srcId="{8AF175D4-4A69-4BFF-809A-53D123AAFEDF}" destId="{58EB97EA-21E7-40C5-AE99-1B65A6F807D9}" srcOrd="4" destOrd="0" parTransId="{04E80D33-C398-4545-A20C-E4CFBD9096D1}" sibTransId="{E5F61239-4FA1-411E-B970-CA6AD88CA32D}"/>
    <dgm:cxn modelId="{3CCE6AD3-E145-4814-96A1-1770DC578253}" srcId="{8AF175D4-4A69-4BFF-809A-53D123AAFEDF}" destId="{10959191-3B2B-4FD2-BF27-C10C400869CE}" srcOrd="2" destOrd="0" parTransId="{D13C718F-BE48-40D5-893B-4E0470EA1E37}" sibTransId="{F47A7B78-8BFD-44B6-A347-FEC75EB1D2BB}"/>
    <dgm:cxn modelId="{D45FE8FA-92AE-459F-AAEA-6E79776FCC38}" type="presOf" srcId="{A6403499-7B64-47C2-98BB-8DEC243F2855}" destId="{0CDEBE10-7D28-4895-B779-80012D13914A}" srcOrd="0" destOrd="0" presId="urn:microsoft.com/office/officeart/2018/2/layout/IconVerticalSolidList"/>
    <dgm:cxn modelId="{E33866FB-FB33-4A03-9621-C4716C8335AB}" type="presOf" srcId="{E6D465D6-9923-45AB-8B92-6A23BA4BC815}" destId="{FFB8D469-67EE-431B-9699-ACC0E49A611F}" srcOrd="0" destOrd="0" presId="urn:microsoft.com/office/officeart/2018/2/layout/IconVerticalSolidList"/>
    <dgm:cxn modelId="{33877819-120A-42D2-80E9-7B867EF044B7}" type="presParOf" srcId="{D31BACE1-A97B-4FC3-AD14-A6AA8C49EF7F}" destId="{12529AC7-A533-419E-87B0-62103C7E3A12}" srcOrd="0" destOrd="0" presId="urn:microsoft.com/office/officeart/2018/2/layout/IconVerticalSolidList"/>
    <dgm:cxn modelId="{78A21EE2-98CE-4250-9D54-F75D4A45D6F5}" type="presParOf" srcId="{12529AC7-A533-419E-87B0-62103C7E3A12}" destId="{C6279725-22A5-475D-A562-F1EF00AB59E5}" srcOrd="0" destOrd="0" presId="urn:microsoft.com/office/officeart/2018/2/layout/IconVerticalSolidList"/>
    <dgm:cxn modelId="{18FA2B67-E2BF-4894-BABD-755AC7894269}" type="presParOf" srcId="{12529AC7-A533-419E-87B0-62103C7E3A12}" destId="{16E247F4-7788-4BCE-A813-98D6366FBBC0}" srcOrd="1" destOrd="0" presId="urn:microsoft.com/office/officeart/2018/2/layout/IconVerticalSolidList"/>
    <dgm:cxn modelId="{AD15ACCF-A6A1-4AFE-8954-AB120036655F}" type="presParOf" srcId="{12529AC7-A533-419E-87B0-62103C7E3A12}" destId="{1EB56B9E-CD39-4CFF-84B0-5622144F7F5D}" srcOrd="2" destOrd="0" presId="urn:microsoft.com/office/officeart/2018/2/layout/IconVerticalSolidList"/>
    <dgm:cxn modelId="{9AA2AA36-4F11-4A8F-92F1-E6E7C47CB93E}" type="presParOf" srcId="{12529AC7-A533-419E-87B0-62103C7E3A12}" destId="{0CDEBE10-7D28-4895-B779-80012D13914A}" srcOrd="3" destOrd="0" presId="urn:microsoft.com/office/officeart/2018/2/layout/IconVerticalSolidList"/>
    <dgm:cxn modelId="{8CA6457B-BC8C-41FE-A5FC-651D8119E399}" type="presParOf" srcId="{D31BACE1-A97B-4FC3-AD14-A6AA8C49EF7F}" destId="{39E92DE1-AD04-4EB8-B8BB-5DC37D8D483C}" srcOrd="1" destOrd="0" presId="urn:microsoft.com/office/officeart/2018/2/layout/IconVerticalSolidList"/>
    <dgm:cxn modelId="{C6C3F42C-570B-46F7-B722-7FB82741C87D}" type="presParOf" srcId="{D31BACE1-A97B-4FC3-AD14-A6AA8C49EF7F}" destId="{7CE22552-915D-4EC4-9756-6F6A4FDF7493}" srcOrd="2" destOrd="0" presId="urn:microsoft.com/office/officeart/2018/2/layout/IconVerticalSolidList"/>
    <dgm:cxn modelId="{D0F1B7BA-562C-4CAA-8E70-7483FF0EC6A1}" type="presParOf" srcId="{7CE22552-915D-4EC4-9756-6F6A4FDF7493}" destId="{A4AD6B17-C106-46FF-9C36-C5227D6CC138}" srcOrd="0" destOrd="0" presId="urn:microsoft.com/office/officeart/2018/2/layout/IconVerticalSolidList"/>
    <dgm:cxn modelId="{5761BEEE-51AA-4BA2-8FDF-3A7AE18243EF}" type="presParOf" srcId="{7CE22552-915D-4EC4-9756-6F6A4FDF7493}" destId="{0B17964D-1587-40B9-84CE-E07B789F0B6E}" srcOrd="1" destOrd="0" presId="urn:microsoft.com/office/officeart/2018/2/layout/IconVerticalSolidList"/>
    <dgm:cxn modelId="{CB4CA637-EC9A-47A4-96EE-96442E231A12}" type="presParOf" srcId="{7CE22552-915D-4EC4-9756-6F6A4FDF7493}" destId="{96142C00-F04E-4D07-BC58-C5DB9D6113FF}" srcOrd="2" destOrd="0" presId="urn:microsoft.com/office/officeart/2018/2/layout/IconVerticalSolidList"/>
    <dgm:cxn modelId="{9817AE58-6A77-4AE4-B5B9-961D272CC41A}" type="presParOf" srcId="{7CE22552-915D-4EC4-9756-6F6A4FDF7493}" destId="{117B899B-51EE-4288-9EE3-40D539AFFA62}" srcOrd="3" destOrd="0" presId="urn:microsoft.com/office/officeart/2018/2/layout/IconVerticalSolidList"/>
    <dgm:cxn modelId="{460DF704-B4D4-4F43-A805-3F1AA4CE1912}" type="presParOf" srcId="{D31BACE1-A97B-4FC3-AD14-A6AA8C49EF7F}" destId="{8FC07DAB-5054-4A96-8AE4-7810C892E3B5}" srcOrd="3" destOrd="0" presId="urn:microsoft.com/office/officeart/2018/2/layout/IconVerticalSolidList"/>
    <dgm:cxn modelId="{72DBEF60-DFDD-40BF-81EA-BB5031ECC927}" type="presParOf" srcId="{D31BACE1-A97B-4FC3-AD14-A6AA8C49EF7F}" destId="{2E5CF9D5-3A2A-4943-AD56-D44F8524BE2F}" srcOrd="4" destOrd="0" presId="urn:microsoft.com/office/officeart/2018/2/layout/IconVerticalSolidList"/>
    <dgm:cxn modelId="{50F773F9-6DDB-410C-890D-9FE8426947E8}" type="presParOf" srcId="{2E5CF9D5-3A2A-4943-AD56-D44F8524BE2F}" destId="{99842F2A-B863-4D58-AF16-5CF3B9BF2BE8}" srcOrd="0" destOrd="0" presId="urn:microsoft.com/office/officeart/2018/2/layout/IconVerticalSolidList"/>
    <dgm:cxn modelId="{316A0614-4909-4952-8FA0-1904018B67CD}" type="presParOf" srcId="{2E5CF9D5-3A2A-4943-AD56-D44F8524BE2F}" destId="{58BF765C-905A-4436-9640-14BADC52BF6F}" srcOrd="1" destOrd="0" presId="urn:microsoft.com/office/officeart/2018/2/layout/IconVerticalSolidList"/>
    <dgm:cxn modelId="{F1925D2D-BF49-47F7-BE3F-BAE421D64294}" type="presParOf" srcId="{2E5CF9D5-3A2A-4943-AD56-D44F8524BE2F}" destId="{256616EE-4E3F-4C86-A8C2-51A1DF0949D0}" srcOrd="2" destOrd="0" presId="urn:microsoft.com/office/officeart/2018/2/layout/IconVerticalSolidList"/>
    <dgm:cxn modelId="{C08AF27F-C847-4AD8-997B-9DB511987F48}" type="presParOf" srcId="{2E5CF9D5-3A2A-4943-AD56-D44F8524BE2F}" destId="{BAF6BE16-E492-4208-BB9C-648BB05B5415}" srcOrd="3" destOrd="0" presId="urn:microsoft.com/office/officeart/2018/2/layout/IconVerticalSolidList"/>
    <dgm:cxn modelId="{36EC11B3-7F45-4C42-A64D-82BDBFFF7F95}" type="presParOf" srcId="{D31BACE1-A97B-4FC3-AD14-A6AA8C49EF7F}" destId="{E6B9943E-68AB-4080-875F-4F17BAD2D682}" srcOrd="5" destOrd="0" presId="urn:microsoft.com/office/officeart/2018/2/layout/IconVerticalSolidList"/>
    <dgm:cxn modelId="{205DE8EE-38AF-4424-AC35-14C590E8060A}" type="presParOf" srcId="{D31BACE1-A97B-4FC3-AD14-A6AA8C49EF7F}" destId="{ACA89666-70F9-413B-8557-6FC811B52136}" srcOrd="6" destOrd="0" presId="urn:microsoft.com/office/officeart/2018/2/layout/IconVerticalSolidList"/>
    <dgm:cxn modelId="{80D2D594-E562-4E7A-A44A-4C44EB06D580}" type="presParOf" srcId="{ACA89666-70F9-413B-8557-6FC811B52136}" destId="{D3213963-6711-4D44-B87D-BA7830863705}" srcOrd="0" destOrd="0" presId="urn:microsoft.com/office/officeart/2018/2/layout/IconVerticalSolidList"/>
    <dgm:cxn modelId="{5281708F-EC12-4BDE-88DE-A74CD719F16C}" type="presParOf" srcId="{ACA89666-70F9-413B-8557-6FC811B52136}" destId="{4CD5F9E6-0CDD-4E98-89A4-87F46CBD677D}" srcOrd="1" destOrd="0" presId="urn:microsoft.com/office/officeart/2018/2/layout/IconVerticalSolidList"/>
    <dgm:cxn modelId="{38EEF6C4-D5A4-4B73-B5C6-538BBF515E56}" type="presParOf" srcId="{ACA89666-70F9-413B-8557-6FC811B52136}" destId="{A7C00AA5-1210-4536-9DE6-23174A947714}" srcOrd="2" destOrd="0" presId="urn:microsoft.com/office/officeart/2018/2/layout/IconVerticalSolidList"/>
    <dgm:cxn modelId="{5E904E8F-D04A-490D-84F1-FB089677A42C}" type="presParOf" srcId="{ACA89666-70F9-413B-8557-6FC811B52136}" destId="{B170F1A5-E2EF-40DC-B533-7DCF4ADB8610}" srcOrd="3" destOrd="0" presId="urn:microsoft.com/office/officeart/2018/2/layout/IconVerticalSolidList"/>
    <dgm:cxn modelId="{747FD13B-E451-4C00-A0DA-2F460DF446EF}" type="presParOf" srcId="{D31BACE1-A97B-4FC3-AD14-A6AA8C49EF7F}" destId="{546DEC83-0817-4450-8694-BFFAEC4620D0}" srcOrd="7" destOrd="0" presId="urn:microsoft.com/office/officeart/2018/2/layout/IconVerticalSolidList"/>
    <dgm:cxn modelId="{66F70F11-99F4-4DF7-880A-3D58AC79B193}" type="presParOf" srcId="{D31BACE1-A97B-4FC3-AD14-A6AA8C49EF7F}" destId="{68561FA4-9EA8-4BBC-8435-FA1CA098E779}" srcOrd="8" destOrd="0" presId="urn:microsoft.com/office/officeart/2018/2/layout/IconVerticalSolidList"/>
    <dgm:cxn modelId="{643D62F8-DBBE-436D-9E31-E09996404A25}" type="presParOf" srcId="{68561FA4-9EA8-4BBC-8435-FA1CA098E779}" destId="{9931F70E-D41E-4064-B7F4-C5713546FA82}" srcOrd="0" destOrd="0" presId="urn:microsoft.com/office/officeart/2018/2/layout/IconVerticalSolidList"/>
    <dgm:cxn modelId="{378CA0A5-28B4-4CD9-AA33-B639B40D71F5}" type="presParOf" srcId="{68561FA4-9EA8-4BBC-8435-FA1CA098E779}" destId="{830B6415-B482-4958-9A54-E52B06A91A8D}" srcOrd="1" destOrd="0" presId="urn:microsoft.com/office/officeart/2018/2/layout/IconVerticalSolidList"/>
    <dgm:cxn modelId="{4D0861E0-F255-4036-AD27-CC64DCCE6ABE}" type="presParOf" srcId="{68561FA4-9EA8-4BBC-8435-FA1CA098E779}" destId="{34FCDB3D-D6C8-43B4-AAA1-D5E1A35DDE08}" srcOrd="2" destOrd="0" presId="urn:microsoft.com/office/officeart/2018/2/layout/IconVerticalSolidList"/>
    <dgm:cxn modelId="{C712DB1B-4E72-4B75-AE3F-20C33A7BFA6D}" type="presParOf" srcId="{68561FA4-9EA8-4BBC-8435-FA1CA098E779}" destId="{A457BD2C-9840-49EA-A9CB-F372F12BD7BD}" srcOrd="3" destOrd="0" presId="urn:microsoft.com/office/officeart/2018/2/layout/IconVerticalSolidList"/>
    <dgm:cxn modelId="{E8477F25-E14A-4C46-A419-AA07349B1D64}" type="presParOf" srcId="{D31BACE1-A97B-4FC3-AD14-A6AA8C49EF7F}" destId="{299813F9-FB83-4C4C-A3A2-C5ECD659047B}" srcOrd="9" destOrd="0" presId="urn:microsoft.com/office/officeart/2018/2/layout/IconVerticalSolidList"/>
    <dgm:cxn modelId="{FAE05F61-2503-448A-9D90-1EE47E1630A4}" type="presParOf" srcId="{D31BACE1-A97B-4FC3-AD14-A6AA8C49EF7F}" destId="{009C78B2-22B6-4C41-8CCD-FA809835B80D}" srcOrd="10" destOrd="0" presId="urn:microsoft.com/office/officeart/2018/2/layout/IconVerticalSolidList"/>
    <dgm:cxn modelId="{C44AAB2F-3C13-4EF7-8E64-38D795592DCF}" type="presParOf" srcId="{009C78B2-22B6-4C41-8CCD-FA809835B80D}" destId="{4104F934-1F44-4D86-AED6-D0ADE9E4CD1F}" srcOrd="0" destOrd="0" presId="urn:microsoft.com/office/officeart/2018/2/layout/IconVerticalSolidList"/>
    <dgm:cxn modelId="{87F46F3F-F4FD-4867-A5C5-13A301076BA7}" type="presParOf" srcId="{009C78B2-22B6-4C41-8CCD-FA809835B80D}" destId="{4CD09A33-DF1C-4D02-8884-346013EC3B0C}" srcOrd="1" destOrd="0" presId="urn:microsoft.com/office/officeart/2018/2/layout/IconVerticalSolidList"/>
    <dgm:cxn modelId="{4B06D49F-E6CF-4652-806D-8E0F30EFDA41}" type="presParOf" srcId="{009C78B2-22B6-4C41-8CCD-FA809835B80D}" destId="{BED35B33-6558-4E6D-A133-05F614C4B270}" srcOrd="2" destOrd="0" presId="urn:microsoft.com/office/officeart/2018/2/layout/IconVerticalSolidList"/>
    <dgm:cxn modelId="{82BB1E61-8A3E-42FE-A054-046FDE9AB588}" type="presParOf" srcId="{009C78B2-22B6-4C41-8CCD-FA809835B80D}" destId="{FFB8D469-67EE-431B-9699-ACC0E49A611F}" srcOrd="3" destOrd="0" presId="urn:microsoft.com/office/officeart/2018/2/layout/IconVerticalSolidList"/>
    <dgm:cxn modelId="{EE6D6B2C-4263-46C1-8B05-C9A842471C6E}" type="presParOf" srcId="{D31BACE1-A97B-4FC3-AD14-A6AA8C49EF7F}" destId="{9A7CDC62-0134-4A23-A0D5-FC12210D7131}" srcOrd="11" destOrd="0" presId="urn:microsoft.com/office/officeart/2018/2/layout/IconVerticalSolidList"/>
    <dgm:cxn modelId="{3C28F2BC-2FCF-44A5-9BE1-F1180F03042F}" type="presParOf" srcId="{D31BACE1-A97B-4FC3-AD14-A6AA8C49EF7F}" destId="{FE3207CC-9D3D-4CCB-82E7-CFBA392CE165}" srcOrd="12" destOrd="0" presId="urn:microsoft.com/office/officeart/2018/2/layout/IconVerticalSolidList"/>
    <dgm:cxn modelId="{A529FBC5-DBB5-46A6-9212-74A75827E8D9}" type="presParOf" srcId="{FE3207CC-9D3D-4CCB-82E7-CFBA392CE165}" destId="{5FF95BC9-D00D-48BA-BC13-976D31CCADA2}" srcOrd="0" destOrd="0" presId="urn:microsoft.com/office/officeart/2018/2/layout/IconVerticalSolidList"/>
    <dgm:cxn modelId="{632AB120-C7CC-45CA-91AD-EE0D88379832}" type="presParOf" srcId="{FE3207CC-9D3D-4CCB-82E7-CFBA392CE165}" destId="{38EFECE4-5D18-45B4-9DE9-4A43D120BF68}" srcOrd="1" destOrd="0" presId="urn:microsoft.com/office/officeart/2018/2/layout/IconVerticalSolidList"/>
    <dgm:cxn modelId="{1CA554CC-1752-4D52-BD15-0CAA8588C05F}" type="presParOf" srcId="{FE3207CC-9D3D-4CCB-82E7-CFBA392CE165}" destId="{E38446BE-1749-4A98-A1CB-AC8A8B946CE1}" srcOrd="2" destOrd="0" presId="urn:microsoft.com/office/officeart/2018/2/layout/IconVerticalSolidList"/>
    <dgm:cxn modelId="{63520745-6FB0-4FFE-8A8D-1AC4C0775EF3}" type="presParOf" srcId="{FE3207CC-9D3D-4CCB-82E7-CFBA392CE165}" destId="{AB945876-3AFD-4503-8F7C-FFE4434602C4}"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A09DE589-EAA5-4C2F-BE26-4A3EEECD1E76}" type="doc">
      <dgm:prSet loTypeId="urn:microsoft.com/office/officeart/2005/8/layout/vList2" loCatId="list" qsTypeId="urn:microsoft.com/office/officeart/2005/8/quickstyle/simple1" qsCatId="simple" csTypeId="urn:microsoft.com/office/officeart/2005/8/colors/colorful2" csCatId="colorful"/>
      <dgm:spPr/>
      <dgm:t>
        <a:bodyPr/>
        <a:lstStyle/>
        <a:p>
          <a:endParaRPr lang="en-US"/>
        </a:p>
      </dgm:t>
    </dgm:pt>
    <dgm:pt modelId="{CA9373E1-64C5-435D-8C77-E0C6D1D164F0}">
      <dgm:prSet/>
      <dgm:spPr/>
      <dgm:t>
        <a:bodyPr/>
        <a:lstStyle/>
        <a:p>
          <a:r>
            <a:rPr lang="en-US" b="1"/>
            <a:t>AI in Healthcare</a:t>
          </a:r>
          <a:r>
            <a:rPr lang="en-US"/>
            <a:t>: Transforming patient interactions and medical record management.</a:t>
          </a:r>
        </a:p>
      </dgm:t>
    </dgm:pt>
    <dgm:pt modelId="{97306756-1E83-4E7F-8899-E9ECF46B5CDC}" type="parTrans" cxnId="{9B38A10E-68C0-4996-8804-DE004FBEF425}">
      <dgm:prSet/>
      <dgm:spPr/>
      <dgm:t>
        <a:bodyPr/>
        <a:lstStyle/>
        <a:p>
          <a:endParaRPr lang="en-US"/>
        </a:p>
      </dgm:t>
    </dgm:pt>
    <dgm:pt modelId="{756A2A0F-590E-4DB7-9BE7-DBF58B15F472}" type="sibTrans" cxnId="{9B38A10E-68C0-4996-8804-DE004FBEF425}">
      <dgm:prSet/>
      <dgm:spPr/>
      <dgm:t>
        <a:bodyPr/>
        <a:lstStyle/>
        <a:p>
          <a:endParaRPr lang="en-US"/>
        </a:p>
      </dgm:t>
    </dgm:pt>
    <dgm:pt modelId="{DADA3B72-3854-4AD9-B680-63452A7BD53E}">
      <dgm:prSet/>
      <dgm:spPr/>
      <dgm:t>
        <a:bodyPr/>
        <a:lstStyle/>
        <a:p>
          <a:r>
            <a:rPr lang="en-US" b="1"/>
            <a:t>Project Focus</a:t>
          </a:r>
          <a:r>
            <a:rPr lang="en-US"/>
            <a:t>: Developing the </a:t>
          </a:r>
          <a:r>
            <a:rPr lang="en-US" b="1"/>
            <a:t>Patient Medical History Generation using AI (PMHG-AI)</a:t>
          </a:r>
          <a:r>
            <a:rPr lang="en-US"/>
            <a:t> system.</a:t>
          </a:r>
        </a:p>
      </dgm:t>
    </dgm:pt>
    <dgm:pt modelId="{9CA3DC2D-9B3C-4808-8484-BD29319AEF9E}" type="parTrans" cxnId="{4CB1948B-BE7F-4166-B017-2BE622E537CB}">
      <dgm:prSet/>
      <dgm:spPr/>
      <dgm:t>
        <a:bodyPr/>
        <a:lstStyle/>
        <a:p>
          <a:endParaRPr lang="en-US"/>
        </a:p>
      </dgm:t>
    </dgm:pt>
    <dgm:pt modelId="{333C3478-002D-445D-9D63-559740631024}" type="sibTrans" cxnId="{4CB1948B-BE7F-4166-B017-2BE622E537CB}">
      <dgm:prSet/>
      <dgm:spPr/>
      <dgm:t>
        <a:bodyPr/>
        <a:lstStyle/>
        <a:p>
          <a:endParaRPr lang="en-US"/>
        </a:p>
      </dgm:t>
    </dgm:pt>
    <dgm:pt modelId="{6787A9C0-4644-4450-B3AD-580F979F08B7}">
      <dgm:prSet/>
      <dgm:spPr/>
      <dgm:t>
        <a:bodyPr/>
        <a:lstStyle/>
        <a:p>
          <a:r>
            <a:rPr lang="en-US" b="1"/>
            <a:t>Purpose</a:t>
          </a:r>
          <a:r>
            <a:rPr lang="en-US"/>
            <a:t>: To create accurate, AI-based summaries of patient medical records using </a:t>
          </a:r>
          <a:r>
            <a:rPr lang="en-US" b="1"/>
            <a:t>Natural Language Processing (NLP) techniques</a:t>
          </a:r>
          <a:r>
            <a:rPr lang="en-US"/>
            <a:t> and </a:t>
          </a:r>
          <a:r>
            <a:rPr lang="en-US" b="1"/>
            <a:t>Deep Leaning Models</a:t>
          </a:r>
          <a:r>
            <a:rPr lang="en-US"/>
            <a:t>.</a:t>
          </a:r>
        </a:p>
      </dgm:t>
    </dgm:pt>
    <dgm:pt modelId="{B36E3713-3A7F-4CBB-A74C-C7F46E150DF0}" type="parTrans" cxnId="{57A3FE70-C284-4917-BD2C-0EB170FB1E6F}">
      <dgm:prSet/>
      <dgm:spPr/>
      <dgm:t>
        <a:bodyPr/>
        <a:lstStyle/>
        <a:p>
          <a:endParaRPr lang="en-US"/>
        </a:p>
      </dgm:t>
    </dgm:pt>
    <dgm:pt modelId="{CCE57B1A-BEE2-446D-AC56-712BA42671C8}" type="sibTrans" cxnId="{57A3FE70-C284-4917-BD2C-0EB170FB1E6F}">
      <dgm:prSet/>
      <dgm:spPr/>
      <dgm:t>
        <a:bodyPr/>
        <a:lstStyle/>
        <a:p>
          <a:endParaRPr lang="en-US"/>
        </a:p>
      </dgm:t>
    </dgm:pt>
    <dgm:pt modelId="{07DF287E-5848-4749-9698-24D2B2883F0B}">
      <dgm:prSet/>
      <dgm:spPr/>
      <dgm:t>
        <a:bodyPr/>
        <a:lstStyle/>
        <a:p>
          <a:r>
            <a:rPr lang="en-US" b="1"/>
            <a:t>Current Challenge</a:t>
          </a:r>
          <a:r>
            <a:rPr lang="en-US"/>
            <a:t>: Traditional </a:t>
          </a:r>
          <a:r>
            <a:rPr lang="en-US" b="1"/>
            <a:t>Electronic Health Records (EHRs)</a:t>
          </a:r>
          <a:r>
            <a:rPr lang="en-US"/>
            <a:t> require manual input, and are time-consuming, prone to errors.</a:t>
          </a:r>
        </a:p>
      </dgm:t>
    </dgm:pt>
    <dgm:pt modelId="{7A223288-FD6F-4495-A138-2AFE2A6D7185}" type="parTrans" cxnId="{D0CDBF4D-5914-481D-B0A0-7FE936109A1C}">
      <dgm:prSet/>
      <dgm:spPr/>
      <dgm:t>
        <a:bodyPr/>
        <a:lstStyle/>
        <a:p>
          <a:endParaRPr lang="en-US"/>
        </a:p>
      </dgm:t>
    </dgm:pt>
    <dgm:pt modelId="{97B08CCA-F9EE-433B-A18D-2AC7B64445B1}" type="sibTrans" cxnId="{D0CDBF4D-5914-481D-B0A0-7FE936109A1C}">
      <dgm:prSet/>
      <dgm:spPr/>
      <dgm:t>
        <a:bodyPr/>
        <a:lstStyle/>
        <a:p>
          <a:endParaRPr lang="en-US"/>
        </a:p>
      </dgm:t>
    </dgm:pt>
    <dgm:pt modelId="{9BC11301-18C8-4F7E-8CE7-32187818183B}">
      <dgm:prSet/>
      <dgm:spPr/>
      <dgm:t>
        <a:bodyPr/>
        <a:lstStyle/>
        <a:p>
          <a:r>
            <a:rPr lang="en-US" b="1"/>
            <a:t>Solution Goal</a:t>
          </a:r>
          <a:r>
            <a:rPr lang="en-US"/>
            <a:t>: Automate EHR summarization, use of AI to reduce documentation time and improve decision-making, focus more on patient care.</a:t>
          </a:r>
        </a:p>
      </dgm:t>
    </dgm:pt>
    <dgm:pt modelId="{B469CE7B-5044-460E-8191-F48AB48B2B9B}" type="parTrans" cxnId="{C4776F9E-9BC2-4DA8-BF7B-FD5AE65DF910}">
      <dgm:prSet/>
      <dgm:spPr/>
      <dgm:t>
        <a:bodyPr/>
        <a:lstStyle/>
        <a:p>
          <a:endParaRPr lang="en-US"/>
        </a:p>
      </dgm:t>
    </dgm:pt>
    <dgm:pt modelId="{F5F3541A-EA31-44CE-80E4-4B124A85D257}" type="sibTrans" cxnId="{C4776F9E-9BC2-4DA8-BF7B-FD5AE65DF910}">
      <dgm:prSet/>
      <dgm:spPr/>
      <dgm:t>
        <a:bodyPr/>
        <a:lstStyle/>
        <a:p>
          <a:endParaRPr lang="en-US"/>
        </a:p>
      </dgm:t>
    </dgm:pt>
    <dgm:pt modelId="{DA146871-812F-46B3-8298-806F359F4741}" type="pres">
      <dgm:prSet presAssocID="{A09DE589-EAA5-4C2F-BE26-4A3EEECD1E76}" presName="linear" presStyleCnt="0">
        <dgm:presLayoutVars>
          <dgm:animLvl val="lvl"/>
          <dgm:resizeHandles val="exact"/>
        </dgm:presLayoutVars>
      </dgm:prSet>
      <dgm:spPr/>
    </dgm:pt>
    <dgm:pt modelId="{5092A689-3081-425D-9D9E-FC1E4AD01ECF}" type="pres">
      <dgm:prSet presAssocID="{CA9373E1-64C5-435D-8C77-E0C6D1D164F0}" presName="parentText" presStyleLbl="node1" presStyleIdx="0" presStyleCnt="5">
        <dgm:presLayoutVars>
          <dgm:chMax val="0"/>
          <dgm:bulletEnabled val="1"/>
        </dgm:presLayoutVars>
      </dgm:prSet>
      <dgm:spPr/>
    </dgm:pt>
    <dgm:pt modelId="{9178C397-6744-4114-9BEC-6851E60B49FE}" type="pres">
      <dgm:prSet presAssocID="{756A2A0F-590E-4DB7-9BE7-DBF58B15F472}" presName="spacer" presStyleCnt="0"/>
      <dgm:spPr/>
    </dgm:pt>
    <dgm:pt modelId="{FFA3BC98-CAA4-4891-B628-C9AF624F5E35}" type="pres">
      <dgm:prSet presAssocID="{DADA3B72-3854-4AD9-B680-63452A7BD53E}" presName="parentText" presStyleLbl="node1" presStyleIdx="1" presStyleCnt="5">
        <dgm:presLayoutVars>
          <dgm:chMax val="0"/>
          <dgm:bulletEnabled val="1"/>
        </dgm:presLayoutVars>
      </dgm:prSet>
      <dgm:spPr/>
    </dgm:pt>
    <dgm:pt modelId="{813D0034-126A-4E5B-8AB5-7297E82F8A67}" type="pres">
      <dgm:prSet presAssocID="{333C3478-002D-445D-9D63-559740631024}" presName="spacer" presStyleCnt="0"/>
      <dgm:spPr/>
    </dgm:pt>
    <dgm:pt modelId="{71D7F640-769F-42D3-B4F5-02A14CC3DAF4}" type="pres">
      <dgm:prSet presAssocID="{6787A9C0-4644-4450-B3AD-580F979F08B7}" presName="parentText" presStyleLbl="node1" presStyleIdx="2" presStyleCnt="5">
        <dgm:presLayoutVars>
          <dgm:chMax val="0"/>
          <dgm:bulletEnabled val="1"/>
        </dgm:presLayoutVars>
      </dgm:prSet>
      <dgm:spPr/>
    </dgm:pt>
    <dgm:pt modelId="{328F6269-4A0F-4223-87B6-42E7EF337531}" type="pres">
      <dgm:prSet presAssocID="{CCE57B1A-BEE2-446D-AC56-712BA42671C8}" presName="spacer" presStyleCnt="0"/>
      <dgm:spPr/>
    </dgm:pt>
    <dgm:pt modelId="{C213C082-5A2F-4859-88C7-D5FB450601E9}" type="pres">
      <dgm:prSet presAssocID="{07DF287E-5848-4749-9698-24D2B2883F0B}" presName="parentText" presStyleLbl="node1" presStyleIdx="3" presStyleCnt="5">
        <dgm:presLayoutVars>
          <dgm:chMax val="0"/>
          <dgm:bulletEnabled val="1"/>
        </dgm:presLayoutVars>
      </dgm:prSet>
      <dgm:spPr/>
    </dgm:pt>
    <dgm:pt modelId="{EFEEBA8E-A0A1-4229-87AC-34F334CD8CC9}" type="pres">
      <dgm:prSet presAssocID="{97B08CCA-F9EE-433B-A18D-2AC7B64445B1}" presName="spacer" presStyleCnt="0"/>
      <dgm:spPr/>
    </dgm:pt>
    <dgm:pt modelId="{544C8FE9-DE58-4D78-83B1-2A8A1476D52E}" type="pres">
      <dgm:prSet presAssocID="{9BC11301-18C8-4F7E-8CE7-32187818183B}" presName="parentText" presStyleLbl="node1" presStyleIdx="4" presStyleCnt="5">
        <dgm:presLayoutVars>
          <dgm:chMax val="0"/>
          <dgm:bulletEnabled val="1"/>
        </dgm:presLayoutVars>
      </dgm:prSet>
      <dgm:spPr/>
    </dgm:pt>
  </dgm:ptLst>
  <dgm:cxnLst>
    <dgm:cxn modelId="{9B38A10E-68C0-4996-8804-DE004FBEF425}" srcId="{A09DE589-EAA5-4C2F-BE26-4A3EEECD1E76}" destId="{CA9373E1-64C5-435D-8C77-E0C6D1D164F0}" srcOrd="0" destOrd="0" parTransId="{97306756-1E83-4E7F-8899-E9ECF46B5CDC}" sibTransId="{756A2A0F-590E-4DB7-9BE7-DBF58B15F472}"/>
    <dgm:cxn modelId="{92497D16-7BD4-4F4D-A1A8-59870021B95C}" type="presOf" srcId="{07DF287E-5848-4749-9698-24D2B2883F0B}" destId="{C213C082-5A2F-4859-88C7-D5FB450601E9}" srcOrd="0" destOrd="0" presId="urn:microsoft.com/office/officeart/2005/8/layout/vList2"/>
    <dgm:cxn modelId="{2736193D-DA4F-4C5E-B802-DE35A9B75C55}" type="presOf" srcId="{CA9373E1-64C5-435D-8C77-E0C6D1D164F0}" destId="{5092A689-3081-425D-9D9E-FC1E4AD01ECF}" srcOrd="0" destOrd="0" presId="urn:microsoft.com/office/officeart/2005/8/layout/vList2"/>
    <dgm:cxn modelId="{4ACECF69-C8D1-4606-8945-99395B22D206}" type="presOf" srcId="{A09DE589-EAA5-4C2F-BE26-4A3EEECD1E76}" destId="{DA146871-812F-46B3-8298-806F359F4741}" srcOrd="0" destOrd="0" presId="urn:microsoft.com/office/officeart/2005/8/layout/vList2"/>
    <dgm:cxn modelId="{D0CDBF4D-5914-481D-B0A0-7FE936109A1C}" srcId="{A09DE589-EAA5-4C2F-BE26-4A3EEECD1E76}" destId="{07DF287E-5848-4749-9698-24D2B2883F0B}" srcOrd="3" destOrd="0" parTransId="{7A223288-FD6F-4495-A138-2AFE2A6D7185}" sibTransId="{97B08CCA-F9EE-433B-A18D-2AC7B64445B1}"/>
    <dgm:cxn modelId="{57A3FE70-C284-4917-BD2C-0EB170FB1E6F}" srcId="{A09DE589-EAA5-4C2F-BE26-4A3EEECD1E76}" destId="{6787A9C0-4644-4450-B3AD-580F979F08B7}" srcOrd="2" destOrd="0" parTransId="{B36E3713-3A7F-4CBB-A74C-C7F46E150DF0}" sibTransId="{CCE57B1A-BEE2-446D-AC56-712BA42671C8}"/>
    <dgm:cxn modelId="{DCF10875-3C4D-4903-B35C-EB26BB0A7A2E}" type="presOf" srcId="{6787A9C0-4644-4450-B3AD-580F979F08B7}" destId="{71D7F640-769F-42D3-B4F5-02A14CC3DAF4}" srcOrd="0" destOrd="0" presId="urn:microsoft.com/office/officeart/2005/8/layout/vList2"/>
    <dgm:cxn modelId="{4CB1948B-BE7F-4166-B017-2BE622E537CB}" srcId="{A09DE589-EAA5-4C2F-BE26-4A3EEECD1E76}" destId="{DADA3B72-3854-4AD9-B680-63452A7BD53E}" srcOrd="1" destOrd="0" parTransId="{9CA3DC2D-9B3C-4808-8484-BD29319AEF9E}" sibTransId="{333C3478-002D-445D-9D63-559740631024}"/>
    <dgm:cxn modelId="{C4776F9E-9BC2-4DA8-BF7B-FD5AE65DF910}" srcId="{A09DE589-EAA5-4C2F-BE26-4A3EEECD1E76}" destId="{9BC11301-18C8-4F7E-8CE7-32187818183B}" srcOrd="4" destOrd="0" parTransId="{B469CE7B-5044-460E-8191-F48AB48B2B9B}" sibTransId="{F5F3541A-EA31-44CE-80E4-4B124A85D257}"/>
    <dgm:cxn modelId="{4DFD3BC3-17C8-4D00-8037-49C056DE63E0}" type="presOf" srcId="{DADA3B72-3854-4AD9-B680-63452A7BD53E}" destId="{FFA3BC98-CAA4-4891-B628-C9AF624F5E35}" srcOrd="0" destOrd="0" presId="urn:microsoft.com/office/officeart/2005/8/layout/vList2"/>
    <dgm:cxn modelId="{94C9ACFE-4EA4-4860-9BBD-8E7C6D573D8A}" type="presOf" srcId="{9BC11301-18C8-4F7E-8CE7-32187818183B}" destId="{544C8FE9-DE58-4D78-83B1-2A8A1476D52E}" srcOrd="0" destOrd="0" presId="urn:microsoft.com/office/officeart/2005/8/layout/vList2"/>
    <dgm:cxn modelId="{F8DA190B-867A-438E-A870-872CF00E75A4}" type="presParOf" srcId="{DA146871-812F-46B3-8298-806F359F4741}" destId="{5092A689-3081-425D-9D9E-FC1E4AD01ECF}" srcOrd="0" destOrd="0" presId="urn:microsoft.com/office/officeart/2005/8/layout/vList2"/>
    <dgm:cxn modelId="{FB08CB0C-2FDF-412D-87CB-02EA7391F8A4}" type="presParOf" srcId="{DA146871-812F-46B3-8298-806F359F4741}" destId="{9178C397-6744-4114-9BEC-6851E60B49FE}" srcOrd="1" destOrd="0" presId="urn:microsoft.com/office/officeart/2005/8/layout/vList2"/>
    <dgm:cxn modelId="{BC366D86-77D6-4092-9336-157E74F0B500}" type="presParOf" srcId="{DA146871-812F-46B3-8298-806F359F4741}" destId="{FFA3BC98-CAA4-4891-B628-C9AF624F5E35}" srcOrd="2" destOrd="0" presId="urn:microsoft.com/office/officeart/2005/8/layout/vList2"/>
    <dgm:cxn modelId="{A3B70F14-B343-4B2D-AAC6-24D2CE189F72}" type="presParOf" srcId="{DA146871-812F-46B3-8298-806F359F4741}" destId="{813D0034-126A-4E5B-8AB5-7297E82F8A67}" srcOrd="3" destOrd="0" presId="urn:microsoft.com/office/officeart/2005/8/layout/vList2"/>
    <dgm:cxn modelId="{8032515A-C69A-421F-BA4C-4E02BD54750C}" type="presParOf" srcId="{DA146871-812F-46B3-8298-806F359F4741}" destId="{71D7F640-769F-42D3-B4F5-02A14CC3DAF4}" srcOrd="4" destOrd="0" presId="urn:microsoft.com/office/officeart/2005/8/layout/vList2"/>
    <dgm:cxn modelId="{B586C8A0-0999-4CAA-8C79-1051FBD1A2D1}" type="presParOf" srcId="{DA146871-812F-46B3-8298-806F359F4741}" destId="{328F6269-4A0F-4223-87B6-42E7EF337531}" srcOrd="5" destOrd="0" presId="urn:microsoft.com/office/officeart/2005/8/layout/vList2"/>
    <dgm:cxn modelId="{17C7D46F-9040-45CA-84F5-91E720950F26}" type="presParOf" srcId="{DA146871-812F-46B3-8298-806F359F4741}" destId="{C213C082-5A2F-4859-88C7-D5FB450601E9}" srcOrd="6" destOrd="0" presId="urn:microsoft.com/office/officeart/2005/8/layout/vList2"/>
    <dgm:cxn modelId="{7414C8BD-A42F-411E-9520-E5E4063B2C42}" type="presParOf" srcId="{DA146871-812F-46B3-8298-806F359F4741}" destId="{EFEEBA8E-A0A1-4229-87AC-34F334CD8CC9}" srcOrd="7" destOrd="0" presId="urn:microsoft.com/office/officeart/2005/8/layout/vList2"/>
    <dgm:cxn modelId="{CB308FA8-8312-4F87-A3BD-2B5F536597FD}" type="presParOf" srcId="{DA146871-812F-46B3-8298-806F359F4741}" destId="{544C8FE9-DE58-4D78-83B1-2A8A1476D52E}" srcOrd="8"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5B18FD82-B0EB-4F3F-90BF-F59F52D50AB6}" type="doc">
      <dgm:prSet loTypeId="urn:microsoft.com/office/officeart/2005/8/layout/matrix3" loCatId="matrix" qsTypeId="urn:microsoft.com/office/officeart/2005/8/quickstyle/simple1" qsCatId="simple" csTypeId="urn:microsoft.com/office/officeart/2005/8/colors/colorful2" csCatId="colorful"/>
      <dgm:spPr/>
      <dgm:t>
        <a:bodyPr/>
        <a:lstStyle/>
        <a:p>
          <a:endParaRPr lang="en-US"/>
        </a:p>
      </dgm:t>
    </dgm:pt>
    <dgm:pt modelId="{5538CA9D-A59D-48AF-A0BF-E6E8DC588AE9}">
      <dgm:prSet/>
      <dgm:spPr/>
      <dgm:t>
        <a:bodyPr/>
        <a:lstStyle/>
        <a:p>
          <a:r>
            <a:rPr lang="en-US"/>
            <a:t>Brita Tamm</a:t>
          </a:r>
        </a:p>
      </dgm:t>
    </dgm:pt>
    <dgm:pt modelId="{D569E3F7-DCB0-4ED7-8860-504304ED9AF5}" type="parTrans" cxnId="{7D09B3DA-FB0A-479A-BAA1-D1B56DFC41D7}">
      <dgm:prSet/>
      <dgm:spPr/>
      <dgm:t>
        <a:bodyPr/>
        <a:lstStyle/>
        <a:p>
          <a:endParaRPr lang="en-US"/>
        </a:p>
      </dgm:t>
    </dgm:pt>
    <dgm:pt modelId="{168D4E9D-2CCD-4B13-8836-5FCE9DF61940}" type="sibTrans" cxnId="{7D09B3DA-FB0A-479A-BAA1-D1B56DFC41D7}">
      <dgm:prSet/>
      <dgm:spPr/>
      <dgm:t>
        <a:bodyPr/>
        <a:lstStyle/>
        <a:p>
          <a:endParaRPr lang="en-US"/>
        </a:p>
      </dgm:t>
    </dgm:pt>
    <dgm:pt modelId="{F967CCDE-723A-4685-823E-1276C74B9907}">
      <dgm:prSet/>
      <dgm:spPr/>
      <dgm:t>
        <a:bodyPr/>
        <a:lstStyle/>
        <a:p>
          <a:r>
            <a:rPr lang="en-US"/>
            <a:t>502-555-0152</a:t>
          </a:r>
        </a:p>
      </dgm:t>
    </dgm:pt>
    <dgm:pt modelId="{F59C837A-0484-4790-8128-05C07488A0CA}" type="parTrans" cxnId="{ABE3DB10-1F1E-49C6-AD8A-9B708B3972DF}">
      <dgm:prSet/>
      <dgm:spPr/>
      <dgm:t>
        <a:bodyPr/>
        <a:lstStyle/>
        <a:p>
          <a:endParaRPr lang="en-US"/>
        </a:p>
      </dgm:t>
    </dgm:pt>
    <dgm:pt modelId="{7A12F57E-7418-4EB4-9FD9-F232F47D74CF}" type="sibTrans" cxnId="{ABE3DB10-1F1E-49C6-AD8A-9B708B3972DF}">
      <dgm:prSet/>
      <dgm:spPr/>
      <dgm:t>
        <a:bodyPr/>
        <a:lstStyle/>
        <a:p>
          <a:endParaRPr lang="en-US"/>
        </a:p>
      </dgm:t>
    </dgm:pt>
    <dgm:pt modelId="{172FBAC5-C842-4F35-A9DE-EA97181F1D78}">
      <dgm:prSet/>
      <dgm:spPr/>
      <dgm:t>
        <a:bodyPr/>
        <a:lstStyle/>
        <a:p>
          <a:r>
            <a:rPr lang="en-US"/>
            <a:t>brita@firstupconsultants.com</a:t>
          </a:r>
        </a:p>
      </dgm:t>
    </dgm:pt>
    <dgm:pt modelId="{948C99FA-2FF9-413B-850F-274C07EDB9A4}" type="parTrans" cxnId="{823F61FA-9EAD-4799-886A-88007C91612E}">
      <dgm:prSet/>
      <dgm:spPr/>
      <dgm:t>
        <a:bodyPr/>
        <a:lstStyle/>
        <a:p>
          <a:endParaRPr lang="en-US"/>
        </a:p>
      </dgm:t>
    </dgm:pt>
    <dgm:pt modelId="{AE918F65-3990-4405-A3E4-5203F8C4F47B}" type="sibTrans" cxnId="{823F61FA-9EAD-4799-886A-88007C91612E}">
      <dgm:prSet/>
      <dgm:spPr/>
      <dgm:t>
        <a:bodyPr/>
        <a:lstStyle/>
        <a:p>
          <a:endParaRPr lang="en-US"/>
        </a:p>
      </dgm:t>
    </dgm:pt>
    <dgm:pt modelId="{FB1BC1DE-D948-4422-8812-F22ADCFE984A}">
      <dgm:prSet/>
      <dgm:spPr/>
      <dgm:t>
        <a:bodyPr/>
        <a:lstStyle/>
        <a:p>
          <a:r>
            <a:rPr lang="en-US"/>
            <a:t>www.firstupconsultants.com</a:t>
          </a:r>
        </a:p>
      </dgm:t>
    </dgm:pt>
    <dgm:pt modelId="{F40668DB-B9E5-457C-B59E-E9D2832D6FAE}" type="parTrans" cxnId="{3DA8D4E3-3BE7-444B-B93D-3A104748AB82}">
      <dgm:prSet/>
      <dgm:spPr/>
      <dgm:t>
        <a:bodyPr/>
        <a:lstStyle/>
        <a:p>
          <a:endParaRPr lang="en-US"/>
        </a:p>
      </dgm:t>
    </dgm:pt>
    <dgm:pt modelId="{B2CAA4E7-5A98-4BF7-B7F3-438CC2831F78}" type="sibTrans" cxnId="{3DA8D4E3-3BE7-444B-B93D-3A104748AB82}">
      <dgm:prSet/>
      <dgm:spPr/>
      <dgm:t>
        <a:bodyPr/>
        <a:lstStyle/>
        <a:p>
          <a:endParaRPr lang="en-US"/>
        </a:p>
      </dgm:t>
    </dgm:pt>
    <dgm:pt modelId="{E034493F-B19F-485A-8949-59EE32F35E90}" type="pres">
      <dgm:prSet presAssocID="{5B18FD82-B0EB-4F3F-90BF-F59F52D50AB6}" presName="matrix" presStyleCnt="0">
        <dgm:presLayoutVars>
          <dgm:chMax val="1"/>
          <dgm:dir/>
          <dgm:resizeHandles val="exact"/>
        </dgm:presLayoutVars>
      </dgm:prSet>
      <dgm:spPr/>
    </dgm:pt>
    <dgm:pt modelId="{528C16BA-901A-4895-8303-46142789BF45}" type="pres">
      <dgm:prSet presAssocID="{5B18FD82-B0EB-4F3F-90BF-F59F52D50AB6}" presName="diamond" presStyleLbl="bgShp" presStyleIdx="0" presStyleCnt="1"/>
      <dgm:spPr/>
    </dgm:pt>
    <dgm:pt modelId="{5E3700A3-E230-4230-B4E9-9B06DB690821}" type="pres">
      <dgm:prSet presAssocID="{5B18FD82-B0EB-4F3F-90BF-F59F52D50AB6}" presName="quad1" presStyleLbl="node1" presStyleIdx="0" presStyleCnt="4">
        <dgm:presLayoutVars>
          <dgm:chMax val="0"/>
          <dgm:chPref val="0"/>
          <dgm:bulletEnabled val="1"/>
        </dgm:presLayoutVars>
      </dgm:prSet>
      <dgm:spPr/>
    </dgm:pt>
    <dgm:pt modelId="{C954E125-4779-4FD2-B1B7-BA6DF86BDF8D}" type="pres">
      <dgm:prSet presAssocID="{5B18FD82-B0EB-4F3F-90BF-F59F52D50AB6}" presName="quad2" presStyleLbl="node1" presStyleIdx="1" presStyleCnt="4">
        <dgm:presLayoutVars>
          <dgm:chMax val="0"/>
          <dgm:chPref val="0"/>
          <dgm:bulletEnabled val="1"/>
        </dgm:presLayoutVars>
      </dgm:prSet>
      <dgm:spPr/>
    </dgm:pt>
    <dgm:pt modelId="{7F69FD18-BFE0-4F17-AAE1-C78C7A290C32}" type="pres">
      <dgm:prSet presAssocID="{5B18FD82-B0EB-4F3F-90BF-F59F52D50AB6}" presName="quad3" presStyleLbl="node1" presStyleIdx="2" presStyleCnt="4">
        <dgm:presLayoutVars>
          <dgm:chMax val="0"/>
          <dgm:chPref val="0"/>
          <dgm:bulletEnabled val="1"/>
        </dgm:presLayoutVars>
      </dgm:prSet>
      <dgm:spPr/>
    </dgm:pt>
    <dgm:pt modelId="{F70B060F-043C-4266-9ACD-C4F42BD5F422}" type="pres">
      <dgm:prSet presAssocID="{5B18FD82-B0EB-4F3F-90BF-F59F52D50AB6}" presName="quad4" presStyleLbl="node1" presStyleIdx="3" presStyleCnt="4">
        <dgm:presLayoutVars>
          <dgm:chMax val="0"/>
          <dgm:chPref val="0"/>
          <dgm:bulletEnabled val="1"/>
        </dgm:presLayoutVars>
      </dgm:prSet>
      <dgm:spPr/>
    </dgm:pt>
  </dgm:ptLst>
  <dgm:cxnLst>
    <dgm:cxn modelId="{ABE3DB10-1F1E-49C6-AD8A-9B708B3972DF}" srcId="{5B18FD82-B0EB-4F3F-90BF-F59F52D50AB6}" destId="{F967CCDE-723A-4685-823E-1276C74B9907}" srcOrd="1" destOrd="0" parTransId="{F59C837A-0484-4790-8128-05C07488A0CA}" sibTransId="{7A12F57E-7418-4EB4-9FD9-F232F47D74CF}"/>
    <dgm:cxn modelId="{ABF83B2F-9AC2-4E36-82BF-79DAE9A2F689}" type="presOf" srcId="{5538CA9D-A59D-48AF-A0BF-E6E8DC588AE9}" destId="{5E3700A3-E230-4230-B4E9-9B06DB690821}" srcOrd="0" destOrd="0" presId="urn:microsoft.com/office/officeart/2005/8/layout/matrix3"/>
    <dgm:cxn modelId="{1C69AC40-E1BE-49EE-A8DE-2DB0E99BE092}" type="presOf" srcId="{5B18FD82-B0EB-4F3F-90BF-F59F52D50AB6}" destId="{E034493F-B19F-485A-8949-59EE32F35E90}" srcOrd="0" destOrd="0" presId="urn:microsoft.com/office/officeart/2005/8/layout/matrix3"/>
    <dgm:cxn modelId="{24E0FD90-266B-4D04-86E1-EF63F23D99C1}" type="presOf" srcId="{172FBAC5-C842-4F35-A9DE-EA97181F1D78}" destId="{7F69FD18-BFE0-4F17-AAE1-C78C7A290C32}" srcOrd="0" destOrd="0" presId="urn:microsoft.com/office/officeart/2005/8/layout/matrix3"/>
    <dgm:cxn modelId="{D7982CBA-1C52-41A3-BE6E-B597A5B645E1}" type="presOf" srcId="{F967CCDE-723A-4685-823E-1276C74B9907}" destId="{C954E125-4779-4FD2-B1B7-BA6DF86BDF8D}" srcOrd="0" destOrd="0" presId="urn:microsoft.com/office/officeart/2005/8/layout/matrix3"/>
    <dgm:cxn modelId="{ED1287BE-B0B3-42FE-A28C-E1F43E6BA75F}" type="presOf" srcId="{FB1BC1DE-D948-4422-8812-F22ADCFE984A}" destId="{F70B060F-043C-4266-9ACD-C4F42BD5F422}" srcOrd="0" destOrd="0" presId="urn:microsoft.com/office/officeart/2005/8/layout/matrix3"/>
    <dgm:cxn modelId="{7D09B3DA-FB0A-479A-BAA1-D1B56DFC41D7}" srcId="{5B18FD82-B0EB-4F3F-90BF-F59F52D50AB6}" destId="{5538CA9D-A59D-48AF-A0BF-E6E8DC588AE9}" srcOrd="0" destOrd="0" parTransId="{D569E3F7-DCB0-4ED7-8860-504304ED9AF5}" sibTransId="{168D4E9D-2CCD-4B13-8836-5FCE9DF61940}"/>
    <dgm:cxn modelId="{3DA8D4E3-3BE7-444B-B93D-3A104748AB82}" srcId="{5B18FD82-B0EB-4F3F-90BF-F59F52D50AB6}" destId="{FB1BC1DE-D948-4422-8812-F22ADCFE984A}" srcOrd="3" destOrd="0" parTransId="{F40668DB-B9E5-457C-B59E-E9D2832D6FAE}" sibTransId="{B2CAA4E7-5A98-4BF7-B7F3-438CC2831F78}"/>
    <dgm:cxn modelId="{823F61FA-9EAD-4799-886A-88007C91612E}" srcId="{5B18FD82-B0EB-4F3F-90BF-F59F52D50AB6}" destId="{172FBAC5-C842-4F35-A9DE-EA97181F1D78}" srcOrd="2" destOrd="0" parTransId="{948C99FA-2FF9-413B-850F-274C07EDB9A4}" sibTransId="{AE918F65-3990-4405-A3E4-5203F8C4F47B}"/>
    <dgm:cxn modelId="{CEE810FA-B083-49C8-8883-70DDA6C13B6E}" type="presParOf" srcId="{E034493F-B19F-485A-8949-59EE32F35E90}" destId="{528C16BA-901A-4895-8303-46142789BF45}" srcOrd="0" destOrd="0" presId="urn:microsoft.com/office/officeart/2005/8/layout/matrix3"/>
    <dgm:cxn modelId="{0329BA97-53E8-4212-B20A-77642AC23D52}" type="presParOf" srcId="{E034493F-B19F-485A-8949-59EE32F35E90}" destId="{5E3700A3-E230-4230-B4E9-9B06DB690821}" srcOrd="1" destOrd="0" presId="urn:microsoft.com/office/officeart/2005/8/layout/matrix3"/>
    <dgm:cxn modelId="{E315DB18-D39A-4C23-ABFF-9A76DF0F63A6}" type="presParOf" srcId="{E034493F-B19F-485A-8949-59EE32F35E90}" destId="{C954E125-4779-4FD2-B1B7-BA6DF86BDF8D}" srcOrd="2" destOrd="0" presId="urn:microsoft.com/office/officeart/2005/8/layout/matrix3"/>
    <dgm:cxn modelId="{E789E3B3-DAF4-4684-B29F-C13B2D4AFFA0}" type="presParOf" srcId="{E034493F-B19F-485A-8949-59EE32F35E90}" destId="{7F69FD18-BFE0-4F17-AAE1-C78C7A290C32}" srcOrd="3" destOrd="0" presId="urn:microsoft.com/office/officeart/2005/8/layout/matrix3"/>
    <dgm:cxn modelId="{25326FD1-7520-4C01-BEB9-461A32452383}" type="presParOf" srcId="{E034493F-B19F-485A-8949-59EE32F35E90}" destId="{F70B060F-043C-4266-9ACD-C4F42BD5F422}" srcOrd="4" destOrd="0" presId="urn:microsoft.com/office/officeart/2005/8/layout/matrix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85A69B2-A138-473E-88D1-30D26367E7B3}">
      <dsp:nvSpPr>
        <dsp:cNvPr id="0" name=""/>
        <dsp:cNvSpPr/>
      </dsp:nvSpPr>
      <dsp:spPr>
        <a:xfrm>
          <a:off x="0" y="0"/>
          <a:ext cx="8493061" cy="686570"/>
        </a:xfrm>
        <a:prstGeom prst="roundRect">
          <a:avLst>
            <a:gd name="adj" fmla="val 10000"/>
          </a:avLst>
        </a:prstGeom>
        <a:solidFill>
          <a:schemeClr val="accent2">
            <a:hueOff val="0"/>
            <a:satOff val="0"/>
            <a:lumOff val="0"/>
            <a:alphaOff val="0"/>
          </a:schemeClr>
        </a:solidFill>
        <a:ln w="2222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0" tIns="114300" rIns="114300" bIns="114300" numCol="1" spcCol="1270" anchor="ctr" anchorCtr="0">
          <a:noAutofit/>
        </a:bodyPr>
        <a:lstStyle/>
        <a:p>
          <a:pPr marL="0" lvl="0" indent="0" algn="l" defTabSz="1333500">
            <a:lnSpc>
              <a:spcPct val="90000"/>
            </a:lnSpc>
            <a:spcBef>
              <a:spcPct val="0"/>
            </a:spcBef>
            <a:spcAft>
              <a:spcPct val="35000"/>
            </a:spcAft>
            <a:buNone/>
          </a:pPr>
          <a:r>
            <a:rPr lang="en-US" sz="3000" b="1" kern="1200"/>
            <a:t>Introduction</a:t>
          </a:r>
          <a:endParaRPr lang="en-US" sz="3000" kern="1200"/>
        </a:p>
      </dsp:txBody>
      <dsp:txXfrm>
        <a:off x="20109" y="20109"/>
        <a:ext cx="7671869" cy="646352"/>
      </dsp:txXfrm>
    </dsp:sp>
    <dsp:sp modelId="{72550FBC-B137-40FC-A2EE-2A6CF57929C6}">
      <dsp:nvSpPr>
        <dsp:cNvPr id="0" name=""/>
        <dsp:cNvSpPr/>
      </dsp:nvSpPr>
      <dsp:spPr>
        <a:xfrm>
          <a:off x="634222" y="781927"/>
          <a:ext cx="8493061" cy="686570"/>
        </a:xfrm>
        <a:prstGeom prst="roundRect">
          <a:avLst>
            <a:gd name="adj" fmla="val 10000"/>
          </a:avLst>
        </a:prstGeom>
        <a:solidFill>
          <a:schemeClr val="accent2">
            <a:hueOff val="2322919"/>
            <a:satOff val="-11903"/>
            <a:lumOff val="-6029"/>
            <a:alphaOff val="0"/>
          </a:schemeClr>
        </a:solidFill>
        <a:ln w="2222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0" tIns="114300" rIns="114300" bIns="114300" numCol="1" spcCol="1270" anchor="ctr" anchorCtr="0">
          <a:noAutofit/>
        </a:bodyPr>
        <a:lstStyle/>
        <a:p>
          <a:pPr marL="0" lvl="0" indent="0" algn="l" defTabSz="1333500">
            <a:lnSpc>
              <a:spcPct val="90000"/>
            </a:lnSpc>
            <a:spcBef>
              <a:spcPct val="0"/>
            </a:spcBef>
            <a:spcAft>
              <a:spcPct val="35000"/>
            </a:spcAft>
            <a:buNone/>
          </a:pPr>
          <a:r>
            <a:rPr lang="en-US" sz="3000" b="1" kern="1200"/>
            <a:t>Literature Review</a:t>
          </a:r>
          <a:endParaRPr lang="en-US" sz="3000" kern="1200"/>
        </a:p>
      </dsp:txBody>
      <dsp:txXfrm>
        <a:off x="654331" y="802036"/>
        <a:ext cx="7372350" cy="646352"/>
      </dsp:txXfrm>
    </dsp:sp>
    <dsp:sp modelId="{FF4F7DF1-F318-4B74-A087-2E50E5E18832}">
      <dsp:nvSpPr>
        <dsp:cNvPr id="0" name=""/>
        <dsp:cNvSpPr/>
      </dsp:nvSpPr>
      <dsp:spPr>
        <a:xfrm>
          <a:off x="1717132" y="2339432"/>
          <a:ext cx="8493061" cy="686570"/>
        </a:xfrm>
        <a:prstGeom prst="roundRect">
          <a:avLst>
            <a:gd name="adj" fmla="val 10000"/>
          </a:avLst>
        </a:prstGeom>
        <a:solidFill>
          <a:schemeClr val="accent2">
            <a:hueOff val="4645837"/>
            <a:satOff val="-23806"/>
            <a:lumOff val="-12059"/>
            <a:alphaOff val="0"/>
          </a:schemeClr>
        </a:solidFill>
        <a:ln w="2222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0" tIns="114300" rIns="114300" bIns="114300" numCol="1" spcCol="1270" anchor="ctr" anchorCtr="0">
          <a:noAutofit/>
        </a:bodyPr>
        <a:lstStyle/>
        <a:p>
          <a:pPr marL="0" lvl="0" indent="0" algn="l" defTabSz="1333500">
            <a:lnSpc>
              <a:spcPct val="90000"/>
            </a:lnSpc>
            <a:spcBef>
              <a:spcPct val="0"/>
            </a:spcBef>
            <a:spcAft>
              <a:spcPct val="35000"/>
            </a:spcAft>
            <a:buNone/>
          </a:pPr>
          <a:r>
            <a:rPr lang="en-US" sz="3000" b="1" kern="1200" dirty="0"/>
            <a:t>Research Gap and Research Question</a:t>
          </a:r>
          <a:endParaRPr lang="en-US" sz="3000" kern="1200" dirty="0"/>
        </a:p>
      </dsp:txBody>
      <dsp:txXfrm>
        <a:off x="1737241" y="2359541"/>
        <a:ext cx="7372350" cy="646352"/>
      </dsp:txXfrm>
    </dsp:sp>
    <dsp:sp modelId="{95903131-A081-4479-AFF6-5F07B11BC586}">
      <dsp:nvSpPr>
        <dsp:cNvPr id="0" name=""/>
        <dsp:cNvSpPr/>
      </dsp:nvSpPr>
      <dsp:spPr>
        <a:xfrm>
          <a:off x="1265941" y="1564733"/>
          <a:ext cx="8493061" cy="686570"/>
        </a:xfrm>
        <a:prstGeom prst="roundRect">
          <a:avLst>
            <a:gd name="adj" fmla="val 10000"/>
          </a:avLst>
        </a:prstGeom>
        <a:solidFill>
          <a:schemeClr val="accent2">
            <a:hueOff val="6968756"/>
            <a:satOff val="-35709"/>
            <a:lumOff val="-18088"/>
            <a:alphaOff val="0"/>
          </a:schemeClr>
        </a:solidFill>
        <a:ln w="2222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0" tIns="114300" rIns="114300" bIns="114300" numCol="1" spcCol="1270" anchor="ctr" anchorCtr="0">
          <a:noAutofit/>
        </a:bodyPr>
        <a:lstStyle/>
        <a:p>
          <a:pPr marL="0" lvl="0" indent="0" algn="l" defTabSz="1333500">
            <a:lnSpc>
              <a:spcPct val="90000"/>
            </a:lnSpc>
            <a:spcBef>
              <a:spcPct val="0"/>
            </a:spcBef>
            <a:spcAft>
              <a:spcPct val="35000"/>
            </a:spcAft>
            <a:buNone/>
          </a:pPr>
          <a:r>
            <a:rPr lang="en-US" sz="3000" b="1" kern="1200"/>
            <a:t>Problem Statement</a:t>
          </a:r>
          <a:endParaRPr lang="en-US" sz="3000" kern="1200"/>
        </a:p>
      </dsp:txBody>
      <dsp:txXfrm>
        <a:off x="1286050" y="1584842"/>
        <a:ext cx="7372350" cy="646352"/>
      </dsp:txXfrm>
    </dsp:sp>
    <dsp:sp modelId="{03DD2B06-B014-4E3B-B004-34A18A405888}">
      <dsp:nvSpPr>
        <dsp:cNvPr id="0" name=""/>
        <dsp:cNvSpPr/>
      </dsp:nvSpPr>
      <dsp:spPr>
        <a:xfrm>
          <a:off x="2536888" y="3127710"/>
          <a:ext cx="8493061" cy="686570"/>
        </a:xfrm>
        <a:prstGeom prst="roundRect">
          <a:avLst>
            <a:gd name="adj" fmla="val 10000"/>
          </a:avLst>
        </a:prstGeom>
        <a:solidFill>
          <a:schemeClr val="accent2">
            <a:hueOff val="9291674"/>
            <a:satOff val="-47612"/>
            <a:lumOff val="-24118"/>
            <a:alphaOff val="0"/>
          </a:schemeClr>
        </a:solidFill>
        <a:ln w="2222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0" tIns="114300" rIns="114300" bIns="114300" numCol="1" spcCol="1270" anchor="ctr" anchorCtr="0">
          <a:noAutofit/>
        </a:bodyPr>
        <a:lstStyle/>
        <a:p>
          <a:pPr marL="0" lvl="0" indent="0" algn="l" defTabSz="1333500">
            <a:lnSpc>
              <a:spcPct val="90000"/>
            </a:lnSpc>
            <a:spcBef>
              <a:spcPct val="0"/>
            </a:spcBef>
            <a:spcAft>
              <a:spcPct val="35000"/>
            </a:spcAft>
            <a:buNone/>
          </a:pPr>
          <a:r>
            <a:rPr lang="en-US" sz="3000" b="1" kern="1200" dirty="0"/>
            <a:t>Methodology</a:t>
          </a:r>
        </a:p>
      </dsp:txBody>
      <dsp:txXfrm>
        <a:off x="2556997" y="3147819"/>
        <a:ext cx="7372350" cy="646352"/>
      </dsp:txXfrm>
    </dsp:sp>
    <dsp:sp modelId="{3F6A5E10-367B-4494-9A22-89192CD6A767}">
      <dsp:nvSpPr>
        <dsp:cNvPr id="0" name=""/>
        <dsp:cNvSpPr/>
      </dsp:nvSpPr>
      <dsp:spPr>
        <a:xfrm>
          <a:off x="8046790" y="501577"/>
          <a:ext cx="446270" cy="446270"/>
        </a:xfrm>
        <a:prstGeom prst="downArrow">
          <a:avLst>
            <a:gd name="adj1" fmla="val 55000"/>
            <a:gd name="adj2" fmla="val 45000"/>
          </a:avLst>
        </a:prstGeom>
        <a:solidFill>
          <a:schemeClr val="accent2">
            <a:tint val="40000"/>
            <a:alpha val="90000"/>
            <a:hueOff val="0"/>
            <a:satOff val="0"/>
            <a:lumOff val="0"/>
            <a:alphaOff val="0"/>
          </a:schemeClr>
        </a:solidFill>
        <a:ln w="22225" cap="rnd" cmpd="sng" algn="ctr">
          <a:solidFill>
            <a:schemeClr val="accent2">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6670" tIns="26670" rIns="26670" bIns="26670" numCol="1" spcCol="1270" anchor="ctr" anchorCtr="0">
          <a:noAutofit/>
        </a:bodyPr>
        <a:lstStyle/>
        <a:p>
          <a:pPr marL="0" lvl="0" indent="0" algn="ctr" defTabSz="933450">
            <a:lnSpc>
              <a:spcPct val="90000"/>
            </a:lnSpc>
            <a:spcBef>
              <a:spcPct val="0"/>
            </a:spcBef>
            <a:spcAft>
              <a:spcPct val="35000"/>
            </a:spcAft>
            <a:buNone/>
          </a:pPr>
          <a:endParaRPr lang="en-US" sz="2100" kern="1200"/>
        </a:p>
      </dsp:txBody>
      <dsp:txXfrm>
        <a:off x="8147201" y="501577"/>
        <a:ext cx="245448" cy="335818"/>
      </dsp:txXfrm>
    </dsp:sp>
    <dsp:sp modelId="{BAD9D102-D2DE-4034-A557-15A866E925B7}">
      <dsp:nvSpPr>
        <dsp:cNvPr id="0" name=""/>
        <dsp:cNvSpPr/>
      </dsp:nvSpPr>
      <dsp:spPr>
        <a:xfrm>
          <a:off x="8681012" y="1283505"/>
          <a:ext cx="446270" cy="446270"/>
        </a:xfrm>
        <a:prstGeom prst="downArrow">
          <a:avLst>
            <a:gd name="adj1" fmla="val 55000"/>
            <a:gd name="adj2" fmla="val 45000"/>
          </a:avLst>
        </a:prstGeom>
        <a:solidFill>
          <a:schemeClr val="accent2">
            <a:tint val="40000"/>
            <a:alpha val="90000"/>
            <a:hueOff val="3249381"/>
            <a:satOff val="-17749"/>
            <a:lumOff val="-2108"/>
            <a:alphaOff val="0"/>
          </a:schemeClr>
        </a:solidFill>
        <a:ln w="22225" cap="rnd" cmpd="sng" algn="ctr">
          <a:solidFill>
            <a:schemeClr val="accent2">
              <a:tint val="40000"/>
              <a:alpha val="90000"/>
              <a:hueOff val="3249381"/>
              <a:satOff val="-17749"/>
              <a:lumOff val="-2108"/>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6670" tIns="26670" rIns="26670" bIns="26670" numCol="1" spcCol="1270" anchor="ctr" anchorCtr="0">
          <a:noAutofit/>
        </a:bodyPr>
        <a:lstStyle/>
        <a:p>
          <a:pPr marL="0" lvl="0" indent="0" algn="ctr" defTabSz="933450">
            <a:lnSpc>
              <a:spcPct val="90000"/>
            </a:lnSpc>
            <a:spcBef>
              <a:spcPct val="0"/>
            </a:spcBef>
            <a:spcAft>
              <a:spcPct val="35000"/>
            </a:spcAft>
            <a:buNone/>
          </a:pPr>
          <a:endParaRPr lang="en-US" sz="2100" kern="1200"/>
        </a:p>
      </dsp:txBody>
      <dsp:txXfrm>
        <a:off x="8781423" y="1283505"/>
        <a:ext cx="245448" cy="335818"/>
      </dsp:txXfrm>
    </dsp:sp>
    <dsp:sp modelId="{48DE2B00-5912-450A-8C1B-F2B91689F138}">
      <dsp:nvSpPr>
        <dsp:cNvPr id="0" name=""/>
        <dsp:cNvSpPr/>
      </dsp:nvSpPr>
      <dsp:spPr>
        <a:xfrm>
          <a:off x="9315234" y="2053990"/>
          <a:ext cx="446270" cy="446270"/>
        </a:xfrm>
        <a:prstGeom prst="downArrow">
          <a:avLst>
            <a:gd name="adj1" fmla="val 55000"/>
            <a:gd name="adj2" fmla="val 45000"/>
          </a:avLst>
        </a:prstGeom>
        <a:solidFill>
          <a:schemeClr val="accent2">
            <a:tint val="40000"/>
            <a:alpha val="90000"/>
            <a:hueOff val="6498762"/>
            <a:satOff val="-35499"/>
            <a:lumOff val="-4215"/>
            <a:alphaOff val="0"/>
          </a:schemeClr>
        </a:solidFill>
        <a:ln w="22225" cap="rnd" cmpd="sng" algn="ctr">
          <a:solidFill>
            <a:schemeClr val="accent2">
              <a:tint val="40000"/>
              <a:alpha val="90000"/>
              <a:hueOff val="6498762"/>
              <a:satOff val="-35499"/>
              <a:lumOff val="-4215"/>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6670" tIns="26670" rIns="26670" bIns="26670" numCol="1" spcCol="1270" anchor="ctr" anchorCtr="0">
          <a:noAutofit/>
        </a:bodyPr>
        <a:lstStyle/>
        <a:p>
          <a:pPr marL="0" lvl="0" indent="0" algn="ctr" defTabSz="933450">
            <a:lnSpc>
              <a:spcPct val="90000"/>
            </a:lnSpc>
            <a:spcBef>
              <a:spcPct val="0"/>
            </a:spcBef>
            <a:spcAft>
              <a:spcPct val="35000"/>
            </a:spcAft>
            <a:buNone/>
          </a:pPr>
          <a:endParaRPr lang="en-US" sz="2100" kern="1200"/>
        </a:p>
      </dsp:txBody>
      <dsp:txXfrm>
        <a:off x="9415645" y="2053990"/>
        <a:ext cx="245448" cy="335818"/>
      </dsp:txXfrm>
    </dsp:sp>
    <dsp:sp modelId="{FA3EC13A-6EC5-48E7-94F3-0EA2F2379095}">
      <dsp:nvSpPr>
        <dsp:cNvPr id="0" name=""/>
        <dsp:cNvSpPr/>
      </dsp:nvSpPr>
      <dsp:spPr>
        <a:xfrm>
          <a:off x="9949456" y="2843546"/>
          <a:ext cx="446270" cy="446270"/>
        </a:xfrm>
        <a:prstGeom prst="downArrow">
          <a:avLst>
            <a:gd name="adj1" fmla="val 55000"/>
            <a:gd name="adj2" fmla="val 45000"/>
          </a:avLst>
        </a:prstGeom>
        <a:solidFill>
          <a:schemeClr val="accent2">
            <a:tint val="40000"/>
            <a:alpha val="90000"/>
            <a:hueOff val="9748142"/>
            <a:satOff val="-53248"/>
            <a:lumOff val="-6323"/>
            <a:alphaOff val="0"/>
          </a:schemeClr>
        </a:solidFill>
        <a:ln w="22225" cap="rnd" cmpd="sng" algn="ctr">
          <a:solidFill>
            <a:schemeClr val="accent2">
              <a:tint val="40000"/>
              <a:alpha val="90000"/>
              <a:hueOff val="9748142"/>
              <a:satOff val="-53248"/>
              <a:lumOff val="-6323"/>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6670" tIns="26670" rIns="26670" bIns="26670" numCol="1" spcCol="1270" anchor="ctr" anchorCtr="0">
          <a:noAutofit/>
        </a:bodyPr>
        <a:lstStyle/>
        <a:p>
          <a:pPr marL="0" lvl="0" indent="0" algn="ctr" defTabSz="933450">
            <a:lnSpc>
              <a:spcPct val="90000"/>
            </a:lnSpc>
            <a:spcBef>
              <a:spcPct val="0"/>
            </a:spcBef>
            <a:spcAft>
              <a:spcPct val="35000"/>
            </a:spcAft>
            <a:buNone/>
          </a:pPr>
          <a:endParaRPr lang="en-US" sz="2100" kern="1200"/>
        </a:p>
      </dsp:txBody>
      <dsp:txXfrm>
        <a:off x="10049867" y="2843546"/>
        <a:ext cx="245448" cy="335818"/>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6279725-22A5-475D-A562-F1EF00AB59E5}">
      <dsp:nvSpPr>
        <dsp:cNvPr id="0" name=""/>
        <dsp:cNvSpPr/>
      </dsp:nvSpPr>
      <dsp:spPr>
        <a:xfrm>
          <a:off x="0" y="391"/>
          <a:ext cx="12192000" cy="539422"/>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6E247F4-7788-4BCE-A813-98D6366FBBC0}">
      <dsp:nvSpPr>
        <dsp:cNvPr id="0" name=""/>
        <dsp:cNvSpPr/>
      </dsp:nvSpPr>
      <dsp:spPr>
        <a:xfrm>
          <a:off x="163175" y="121761"/>
          <a:ext cx="296682" cy="296682"/>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2222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0CDEBE10-7D28-4895-B779-80012D13914A}">
      <dsp:nvSpPr>
        <dsp:cNvPr id="0" name=""/>
        <dsp:cNvSpPr/>
      </dsp:nvSpPr>
      <dsp:spPr>
        <a:xfrm>
          <a:off x="623032" y="391"/>
          <a:ext cx="11568967" cy="53942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7089" tIns="57089" rIns="57089" bIns="57089" numCol="1" spcCol="1270" anchor="ctr" anchorCtr="0">
          <a:noAutofit/>
        </a:bodyPr>
        <a:lstStyle/>
        <a:p>
          <a:pPr marL="0" lvl="0" indent="0" algn="l" defTabSz="711200">
            <a:lnSpc>
              <a:spcPct val="100000"/>
            </a:lnSpc>
            <a:spcBef>
              <a:spcPct val="0"/>
            </a:spcBef>
            <a:spcAft>
              <a:spcPct val="35000"/>
            </a:spcAft>
            <a:buNone/>
          </a:pPr>
          <a:r>
            <a:rPr lang="en-US" sz="1600" b="1" kern="1200" dirty="0"/>
            <a:t>Objective:</a:t>
          </a:r>
          <a:r>
            <a:rPr lang="en-US" sz="1600" kern="1200" dirty="0"/>
            <a:t> Develop PHAI, a system that takes EHRs Large Data to summarize patient medical histories.</a:t>
          </a:r>
        </a:p>
      </dsp:txBody>
      <dsp:txXfrm>
        <a:off x="623032" y="391"/>
        <a:ext cx="11568967" cy="539422"/>
      </dsp:txXfrm>
    </dsp:sp>
    <dsp:sp modelId="{A4AD6B17-C106-46FF-9C36-C5227D6CC138}">
      <dsp:nvSpPr>
        <dsp:cNvPr id="0" name=""/>
        <dsp:cNvSpPr/>
      </dsp:nvSpPr>
      <dsp:spPr>
        <a:xfrm>
          <a:off x="0" y="674669"/>
          <a:ext cx="12192000" cy="539422"/>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B17964D-1587-40B9-84CE-E07B789F0B6E}">
      <dsp:nvSpPr>
        <dsp:cNvPr id="0" name=""/>
        <dsp:cNvSpPr/>
      </dsp:nvSpPr>
      <dsp:spPr>
        <a:xfrm>
          <a:off x="163175" y="796039"/>
          <a:ext cx="296682" cy="296682"/>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2222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117B899B-51EE-4288-9EE3-40D539AFFA62}">
      <dsp:nvSpPr>
        <dsp:cNvPr id="0" name=""/>
        <dsp:cNvSpPr/>
      </dsp:nvSpPr>
      <dsp:spPr>
        <a:xfrm>
          <a:off x="623032" y="674669"/>
          <a:ext cx="11568967" cy="53942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7089" tIns="57089" rIns="57089" bIns="57089" numCol="1" spcCol="1270" anchor="ctr" anchorCtr="0">
          <a:noAutofit/>
        </a:bodyPr>
        <a:lstStyle/>
        <a:p>
          <a:pPr marL="0" lvl="0" indent="0" algn="l" defTabSz="711200">
            <a:lnSpc>
              <a:spcPct val="100000"/>
            </a:lnSpc>
            <a:spcBef>
              <a:spcPct val="0"/>
            </a:spcBef>
            <a:spcAft>
              <a:spcPct val="35000"/>
            </a:spcAft>
            <a:buNone/>
          </a:pPr>
          <a:r>
            <a:rPr lang="en-US" sz="1600" b="1" kern="1200" dirty="0"/>
            <a:t>Technology Used:</a:t>
          </a:r>
          <a:r>
            <a:rPr lang="en-US" sz="1600" kern="1200" dirty="0"/>
            <a:t> Natural Language Processing (NLP), Large Language Models (LLMs)</a:t>
          </a:r>
        </a:p>
      </dsp:txBody>
      <dsp:txXfrm>
        <a:off x="623032" y="674669"/>
        <a:ext cx="11568967" cy="539422"/>
      </dsp:txXfrm>
    </dsp:sp>
    <dsp:sp modelId="{99842F2A-B863-4D58-AF16-5CF3B9BF2BE8}">
      <dsp:nvSpPr>
        <dsp:cNvPr id="0" name=""/>
        <dsp:cNvSpPr/>
      </dsp:nvSpPr>
      <dsp:spPr>
        <a:xfrm>
          <a:off x="0" y="1348946"/>
          <a:ext cx="12192000" cy="539422"/>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8BF765C-905A-4436-9640-14BADC52BF6F}">
      <dsp:nvSpPr>
        <dsp:cNvPr id="0" name=""/>
        <dsp:cNvSpPr/>
      </dsp:nvSpPr>
      <dsp:spPr>
        <a:xfrm>
          <a:off x="163175" y="1470316"/>
          <a:ext cx="296682" cy="296682"/>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2222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BAF6BE16-E492-4208-BB9C-648BB05B5415}">
      <dsp:nvSpPr>
        <dsp:cNvPr id="0" name=""/>
        <dsp:cNvSpPr/>
      </dsp:nvSpPr>
      <dsp:spPr>
        <a:xfrm>
          <a:off x="623032" y="1348946"/>
          <a:ext cx="11568967" cy="53942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7089" tIns="57089" rIns="57089" bIns="57089" numCol="1" spcCol="1270" anchor="ctr" anchorCtr="0">
          <a:noAutofit/>
        </a:bodyPr>
        <a:lstStyle/>
        <a:p>
          <a:pPr marL="0" lvl="0" indent="0" algn="l" defTabSz="711200">
            <a:lnSpc>
              <a:spcPct val="100000"/>
            </a:lnSpc>
            <a:spcBef>
              <a:spcPct val="0"/>
            </a:spcBef>
            <a:spcAft>
              <a:spcPct val="35000"/>
            </a:spcAft>
            <a:buNone/>
          </a:pPr>
          <a:r>
            <a:rPr lang="en-US" sz="1600" b="1" kern="1200" dirty="0"/>
            <a:t>Unique Features: </a:t>
          </a:r>
          <a:r>
            <a:rPr lang="en-US" sz="1600" b="0" kern="1200" dirty="0"/>
            <a:t>Complete the Incomplete Records, Generate Prompt for Large data, Generate AI Summaries </a:t>
          </a:r>
          <a:r>
            <a:rPr lang="en-US" sz="1600" b="1" kern="1200" dirty="0"/>
            <a:t> </a:t>
          </a:r>
          <a:endParaRPr lang="en-US" sz="1600" kern="1200" dirty="0"/>
        </a:p>
      </dsp:txBody>
      <dsp:txXfrm>
        <a:off x="623032" y="1348946"/>
        <a:ext cx="11568967" cy="539422"/>
      </dsp:txXfrm>
    </dsp:sp>
    <dsp:sp modelId="{D3213963-6711-4D44-B87D-BA7830863705}">
      <dsp:nvSpPr>
        <dsp:cNvPr id="0" name=""/>
        <dsp:cNvSpPr/>
      </dsp:nvSpPr>
      <dsp:spPr>
        <a:xfrm>
          <a:off x="0" y="2023224"/>
          <a:ext cx="12192000" cy="539422"/>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CD5F9E6-0CDD-4E98-89A4-87F46CBD677D}">
      <dsp:nvSpPr>
        <dsp:cNvPr id="0" name=""/>
        <dsp:cNvSpPr/>
      </dsp:nvSpPr>
      <dsp:spPr>
        <a:xfrm>
          <a:off x="163175" y="2144594"/>
          <a:ext cx="296682" cy="296682"/>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2222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B170F1A5-E2EF-40DC-B533-7DCF4ADB8610}">
      <dsp:nvSpPr>
        <dsp:cNvPr id="0" name=""/>
        <dsp:cNvSpPr/>
      </dsp:nvSpPr>
      <dsp:spPr>
        <a:xfrm>
          <a:off x="623032" y="2023224"/>
          <a:ext cx="11568967" cy="53942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7089" tIns="57089" rIns="57089" bIns="57089" numCol="1" spcCol="1270" anchor="ctr" anchorCtr="0">
          <a:noAutofit/>
        </a:bodyPr>
        <a:lstStyle/>
        <a:p>
          <a:pPr marL="0" lvl="0" indent="0" algn="l" defTabSz="711200">
            <a:lnSpc>
              <a:spcPct val="100000"/>
            </a:lnSpc>
            <a:spcBef>
              <a:spcPct val="0"/>
            </a:spcBef>
            <a:spcAft>
              <a:spcPct val="35000"/>
            </a:spcAft>
            <a:buNone/>
          </a:pPr>
          <a:r>
            <a:rPr lang="en-US" sz="1600" b="1" kern="1200" dirty="0"/>
            <a:t>Benefits:</a:t>
          </a:r>
          <a:endParaRPr lang="en-US" sz="1600" kern="1200" dirty="0"/>
        </a:p>
      </dsp:txBody>
      <dsp:txXfrm>
        <a:off x="623032" y="2023224"/>
        <a:ext cx="11568967" cy="539422"/>
      </dsp:txXfrm>
    </dsp:sp>
    <dsp:sp modelId="{9931F70E-D41E-4064-B7F4-C5713546FA82}">
      <dsp:nvSpPr>
        <dsp:cNvPr id="0" name=""/>
        <dsp:cNvSpPr/>
      </dsp:nvSpPr>
      <dsp:spPr>
        <a:xfrm>
          <a:off x="0" y="2697502"/>
          <a:ext cx="12192000" cy="539422"/>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30B6415-B482-4958-9A54-E52B06A91A8D}">
      <dsp:nvSpPr>
        <dsp:cNvPr id="0" name=""/>
        <dsp:cNvSpPr/>
      </dsp:nvSpPr>
      <dsp:spPr>
        <a:xfrm>
          <a:off x="163175" y="2818871"/>
          <a:ext cx="296682" cy="296682"/>
        </a:xfrm>
        <a:prstGeom prst="rect">
          <a:avLst/>
        </a:prstGeom>
        <a:solidFill>
          <a:schemeClr val="accent1">
            <a:hueOff val="0"/>
            <a:satOff val="0"/>
            <a:lumOff val="0"/>
            <a:alphaOff val="0"/>
          </a:schemeClr>
        </a:solidFill>
        <a:ln w="2222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A457BD2C-9840-49EA-A9CB-F372F12BD7BD}">
      <dsp:nvSpPr>
        <dsp:cNvPr id="0" name=""/>
        <dsp:cNvSpPr/>
      </dsp:nvSpPr>
      <dsp:spPr>
        <a:xfrm>
          <a:off x="623032" y="2697502"/>
          <a:ext cx="11568967" cy="53942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7089" tIns="57089" rIns="57089" bIns="57089" numCol="1" spcCol="1270" anchor="ctr" anchorCtr="0">
          <a:noAutofit/>
        </a:bodyPr>
        <a:lstStyle/>
        <a:p>
          <a:pPr marL="0" lvl="0" indent="0" algn="l" defTabSz="711200">
            <a:lnSpc>
              <a:spcPct val="100000"/>
            </a:lnSpc>
            <a:spcBef>
              <a:spcPct val="0"/>
            </a:spcBef>
            <a:spcAft>
              <a:spcPct val="35000"/>
            </a:spcAft>
            <a:buNone/>
          </a:pPr>
          <a:r>
            <a:rPr lang="en-US" sz="1600" kern="1200"/>
            <a:t>Reduces time for medical record reviews.</a:t>
          </a:r>
        </a:p>
      </dsp:txBody>
      <dsp:txXfrm>
        <a:off x="623032" y="2697502"/>
        <a:ext cx="11568967" cy="539422"/>
      </dsp:txXfrm>
    </dsp:sp>
    <dsp:sp modelId="{4104F934-1F44-4D86-AED6-D0ADE9E4CD1F}">
      <dsp:nvSpPr>
        <dsp:cNvPr id="0" name=""/>
        <dsp:cNvSpPr/>
      </dsp:nvSpPr>
      <dsp:spPr>
        <a:xfrm>
          <a:off x="0" y="3371779"/>
          <a:ext cx="12192000" cy="539422"/>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CD09A33-DF1C-4D02-8884-346013EC3B0C}">
      <dsp:nvSpPr>
        <dsp:cNvPr id="0" name=""/>
        <dsp:cNvSpPr/>
      </dsp:nvSpPr>
      <dsp:spPr>
        <a:xfrm>
          <a:off x="163175" y="3493149"/>
          <a:ext cx="296682" cy="296682"/>
        </a:xfrm>
        <a:prstGeom prst="rect">
          <a:avLst/>
        </a:prstGeom>
        <a:solidFill>
          <a:schemeClr val="accent1">
            <a:hueOff val="0"/>
            <a:satOff val="0"/>
            <a:lumOff val="0"/>
            <a:alphaOff val="0"/>
          </a:schemeClr>
        </a:solidFill>
        <a:ln w="2222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FFB8D469-67EE-431B-9699-ACC0E49A611F}">
      <dsp:nvSpPr>
        <dsp:cNvPr id="0" name=""/>
        <dsp:cNvSpPr/>
      </dsp:nvSpPr>
      <dsp:spPr>
        <a:xfrm>
          <a:off x="623032" y="3371779"/>
          <a:ext cx="11568967" cy="53942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7089" tIns="57089" rIns="57089" bIns="57089" numCol="1" spcCol="1270" anchor="ctr" anchorCtr="0">
          <a:noAutofit/>
        </a:bodyPr>
        <a:lstStyle/>
        <a:p>
          <a:pPr marL="0" lvl="0" indent="0" algn="l" defTabSz="711200">
            <a:lnSpc>
              <a:spcPct val="100000"/>
            </a:lnSpc>
            <a:spcBef>
              <a:spcPct val="0"/>
            </a:spcBef>
            <a:spcAft>
              <a:spcPct val="35000"/>
            </a:spcAft>
            <a:buNone/>
          </a:pPr>
          <a:r>
            <a:rPr lang="en-US" sz="1600" kern="1200"/>
            <a:t>Enhances clinical decision-making and patient care.</a:t>
          </a:r>
        </a:p>
      </dsp:txBody>
      <dsp:txXfrm>
        <a:off x="623032" y="3371779"/>
        <a:ext cx="11568967" cy="539422"/>
      </dsp:txXfrm>
    </dsp:sp>
    <dsp:sp modelId="{5FF95BC9-D00D-48BA-BC13-976D31CCADA2}">
      <dsp:nvSpPr>
        <dsp:cNvPr id="0" name=""/>
        <dsp:cNvSpPr/>
      </dsp:nvSpPr>
      <dsp:spPr>
        <a:xfrm>
          <a:off x="0" y="4046057"/>
          <a:ext cx="12192000" cy="539422"/>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8EFECE4-5D18-45B4-9DE9-4A43D120BF68}">
      <dsp:nvSpPr>
        <dsp:cNvPr id="0" name=""/>
        <dsp:cNvSpPr/>
      </dsp:nvSpPr>
      <dsp:spPr>
        <a:xfrm>
          <a:off x="163175" y="4167427"/>
          <a:ext cx="296682" cy="296682"/>
        </a:xfrm>
        <a:prstGeom prst="rect">
          <a:avLst/>
        </a:prstGeom>
        <a:solidFill>
          <a:schemeClr val="accent1">
            <a:hueOff val="0"/>
            <a:satOff val="0"/>
            <a:lumOff val="0"/>
            <a:alphaOff val="0"/>
          </a:schemeClr>
        </a:solidFill>
        <a:ln w="2222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AB945876-3AFD-4503-8F7C-FFE4434602C4}">
      <dsp:nvSpPr>
        <dsp:cNvPr id="0" name=""/>
        <dsp:cNvSpPr/>
      </dsp:nvSpPr>
      <dsp:spPr>
        <a:xfrm>
          <a:off x="623032" y="4046057"/>
          <a:ext cx="11568967" cy="53942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7089" tIns="57089" rIns="57089" bIns="57089" numCol="1" spcCol="1270" anchor="ctr" anchorCtr="0">
          <a:noAutofit/>
        </a:bodyPr>
        <a:lstStyle/>
        <a:p>
          <a:pPr marL="0" lvl="0" indent="0" algn="l" defTabSz="711200">
            <a:lnSpc>
              <a:spcPct val="100000"/>
            </a:lnSpc>
            <a:spcBef>
              <a:spcPct val="0"/>
            </a:spcBef>
            <a:spcAft>
              <a:spcPct val="35000"/>
            </a:spcAft>
            <a:buNone/>
          </a:pPr>
          <a:r>
            <a:rPr lang="en-US" sz="1600" b="1" kern="1200"/>
            <a:t>Impact:</a:t>
          </a:r>
          <a:r>
            <a:rPr lang="en-US" sz="1600" kern="1200"/>
            <a:t> Improves accessibility in medical documentation, leading to better patient decision making.</a:t>
          </a:r>
        </a:p>
      </dsp:txBody>
      <dsp:txXfrm>
        <a:off x="623032" y="4046057"/>
        <a:ext cx="11568967" cy="539422"/>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092A689-3081-425D-9D9E-FC1E4AD01ECF}">
      <dsp:nvSpPr>
        <dsp:cNvPr id="0" name=""/>
        <dsp:cNvSpPr/>
      </dsp:nvSpPr>
      <dsp:spPr>
        <a:xfrm>
          <a:off x="0" y="373"/>
          <a:ext cx="7012370" cy="902508"/>
        </a:xfrm>
        <a:prstGeom prst="roundRect">
          <a:avLst/>
        </a:prstGeom>
        <a:solidFill>
          <a:schemeClr val="accent2">
            <a:hueOff val="0"/>
            <a:satOff val="0"/>
            <a:lumOff val="0"/>
            <a:alphaOff val="0"/>
          </a:schemeClr>
        </a:solidFill>
        <a:ln w="2222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None/>
          </a:pPr>
          <a:r>
            <a:rPr lang="en-US" sz="1700" b="1" kern="1200"/>
            <a:t>AI in Healthcare</a:t>
          </a:r>
          <a:r>
            <a:rPr lang="en-US" sz="1700" kern="1200"/>
            <a:t>: Transforming patient interactions and medical record management.</a:t>
          </a:r>
        </a:p>
      </dsp:txBody>
      <dsp:txXfrm>
        <a:off x="44057" y="44430"/>
        <a:ext cx="6924256" cy="814394"/>
      </dsp:txXfrm>
    </dsp:sp>
    <dsp:sp modelId="{FFA3BC98-CAA4-4891-B628-C9AF624F5E35}">
      <dsp:nvSpPr>
        <dsp:cNvPr id="0" name=""/>
        <dsp:cNvSpPr/>
      </dsp:nvSpPr>
      <dsp:spPr>
        <a:xfrm>
          <a:off x="0" y="951842"/>
          <a:ext cx="7012370" cy="902508"/>
        </a:xfrm>
        <a:prstGeom prst="roundRect">
          <a:avLst/>
        </a:prstGeom>
        <a:solidFill>
          <a:schemeClr val="accent2">
            <a:hueOff val="2322919"/>
            <a:satOff val="-11903"/>
            <a:lumOff val="-6029"/>
            <a:alphaOff val="0"/>
          </a:schemeClr>
        </a:solidFill>
        <a:ln w="2222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None/>
          </a:pPr>
          <a:r>
            <a:rPr lang="en-US" sz="1700" b="1" kern="1200"/>
            <a:t>Project Focus</a:t>
          </a:r>
          <a:r>
            <a:rPr lang="en-US" sz="1700" kern="1200"/>
            <a:t>: Developing the </a:t>
          </a:r>
          <a:r>
            <a:rPr lang="en-US" sz="1700" b="1" kern="1200"/>
            <a:t>Patient Medical History Generation using AI (PMHG-AI)</a:t>
          </a:r>
          <a:r>
            <a:rPr lang="en-US" sz="1700" kern="1200"/>
            <a:t> system.</a:t>
          </a:r>
        </a:p>
      </dsp:txBody>
      <dsp:txXfrm>
        <a:off x="44057" y="995899"/>
        <a:ext cx="6924256" cy="814394"/>
      </dsp:txXfrm>
    </dsp:sp>
    <dsp:sp modelId="{71D7F640-769F-42D3-B4F5-02A14CC3DAF4}">
      <dsp:nvSpPr>
        <dsp:cNvPr id="0" name=""/>
        <dsp:cNvSpPr/>
      </dsp:nvSpPr>
      <dsp:spPr>
        <a:xfrm>
          <a:off x="0" y="1903311"/>
          <a:ext cx="7012370" cy="902508"/>
        </a:xfrm>
        <a:prstGeom prst="roundRect">
          <a:avLst/>
        </a:prstGeom>
        <a:solidFill>
          <a:schemeClr val="accent2">
            <a:hueOff val="4645837"/>
            <a:satOff val="-23806"/>
            <a:lumOff val="-12059"/>
            <a:alphaOff val="0"/>
          </a:schemeClr>
        </a:solidFill>
        <a:ln w="2222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None/>
          </a:pPr>
          <a:r>
            <a:rPr lang="en-US" sz="1700" b="1" kern="1200"/>
            <a:t>Purpose</a:t>
          </a:r>
          <a:r>
            <a:rPr lang="en-US" sz="1700" kern="1200"/>
            <a:t>: To create accurate, AI-based summaries of patient medical records using </a:t>
          </a:r>
          <a:r>
            <a:rPr lang="en-US" sz="1700" b="1" kern="1200"/>
            <a:t>Natural Language Processing (NLP) techniques</a:t>
          </a:r>
          <a:r>
            <a:rPr lang="en-US" sz="1700" kern="1200"/>
            <a:t> and </a:t>
          </a:r>
          <a:r>
            <a:rPr lang="en-US" sz="1700" b="1" kern="1200"/>
            <a:t>Deep Leaning Models</a:t>
          </a:r>
          <a:r>
            <a:rPr lang="en-US" sz="1700" kern="1200"/>
            <a:t>.</a:t>
          </a:r>
        </a:p>
      </dsp:txBody>
      <dsp:txXfrm>
        <a:off x="44057" y="1947368"/>
        <a:ext cx="6924256" cy="814394"/>
      </dsp:txXfrm>
    </dsp:sp>
    <dsp:sp modelId="{C213C082-5A2F-4859-88C7-D5FB450601E9}">
      <dsp:nvSpPr>
        <dsp:cNvPr id="0" name=""/>
        <dsp:cNvSpPr/>
      </dsp:nvSpPr>
      <dsp:spPr>
        <a:xfrm>
          <a:off x="0" y="2854779"/>
          <a:ext cx="7012370" cy="902508"/>
        </a:xfrm>
        <a:prstGeom prst="roundRect">
          <a:avLst/>
        </a:prstGeom>
        <a:solidFill>
          <a:schemeClr val="accent2">
            <a:hueOff val="6968756"/>
            <a:satOff val="-35709"/>
            <a:lumOff val="-18088"/>
            <a:alphaOff val="0"/>
          </a:schemeClr>
        </a:solidFill>
        <a:ln w="2222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None/>
          </a:pPr>
          <a:r>
            <a:rPr lang="en-US" sz="1700" b="1" kern="1200"/>
            <a:t>Current Challenge</a:t>
          </a:r>
          <a:r>
            <a:rPr lang="en-US" sz="1700" kern="1200"/>
            <a:t>: Traditional </a:t>
          </a:r>
          <a:r>
            <a:rPr lang="en-US" sz="1700" b="1" kern="1200"/>
            <a:t>Electronic Health Records (EHRs)</a:t>
          </a:r>
          <a:r>
            <a:rPr lang="en-US" sz="1700" kern="1200"/>
            <a:t> require manual input, and are time-consuming, prone to errors.</a:t>
          </a:r>
        </a:p>
      </dsp:txBody>
      <dsp:txXfrm>
        <a:off x="44057" y="2898836"/>
        <a:ext cx="6924256" cy="814394"/>
      </dsp:txXfrm>
    </dsp:sp>
    <dsp:sp modelId="{544C8FE9-DE58-4D78-83B1-2A8A1476D52E}">
      <dsp:nvSpPr>
        <dsp:cNvPr id="0" name=""/>
        <dsp:cNvSpPr/>
      </dsp:nvSpPr>
      <dsp:spPr>
        <a:xfrm>
          <a:off x="0" y="3806248"/>
          <a:ext cx="7012370" cy="902508"/>
        </a:xfrm>
        <a:prstGeom prst="roundRect">
          <a:avLst/>
        </a:prstGeom>
        <a:solidFill>
          <a:schemeClr val="accent2">
            <a:hueOff val="9291674"/>
            <a:satOff val="-47612"/>
            <a:lumOff val="-24118"/>
            <a:alphaOff val="0"/>
          </a:schemeClr>
        </a:solidFill>
        <a:ln w="2222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None/>
          </a:pPr>
          <a:r>
            <a:rPr lang="en-US" sz="1700" b="1" kern="1200"/>
            <a:t>Solution Goal</a:t>
          </a:r>
          <a:r>
            <a:rPr lang="en-US" sz="1700" kern="1200"/>
            <a:t>: Automate EHR summarization, use of AI to reduce documentation time and improve decision-making, focus more on patient care.</a:t>
          </a:r>
        </a:p>
      </dsp:txBody>
      <dsp:txXfrm>
        <a:off x="44057" y="3850305"/>
        <a:ext cx="6924256" cy="814394"/>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28C16BA-901A-4895-8303-46142789BF45}">
      <dsp:nvSpPr>
        <dsp:cNvPr id="0" name=""/>
        <dsp:cNvSpPr/>
      </dsp:nvSpPr>
      <dsp:spPr>
        <a:xfrm>
          <a:off x="1151619" y="0"/>
          <a:ext cx="4709131" cy="4709131"/>
        </a:xfrm>
        <a:prstGeom prst="diamond">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E3700A3-E230-4230-B4E9-9B06DB690821}">
      <dsp:nvSpPr>
        <dsp:cNvPr id="0" name=""/>
        <dsp:cNvSpPr/>
      </dsp:nvSpPr>
      <dsp:spPr>
        <a:xfrm>
          <a:off x="1598986" y="447367"/>
          <a:ext cx="1836561" cy="1836561"/>
        </a:xfrm>
        <a:prstGeom prst="roundRect">
          <a:avLst/>
        </a:prstGeom>
        <a:solidFill>
          <a:schemeClr val="accent2">
            <a:hueOff val="0"/>
            <a:satOff val="0"/>
            <a:lumOff val="0"/>
            <a:alphaOff val="0"/>
          </a:schemeClr>
        </a:solidFill>
        <a:ln w="2222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ctr" defTabSz="444500">
            <a:lnSpc>
              <a:spcPct val="90000"/>
            </a:lnSpc>
            <a:spcBef>
              <a:spcPct val="0"/>
            </a:spcBef>
            <a:spcAft>
              <a:spcPct val="35000"/>
            </a:spcAft>
            <a:buNone/>
          </a:pPr>
          <a:r>
            <a:rPr lang="en-US" sz="1000" kern="1200"/>
            <a:t>Brita Tamm</a:t>
          </a:r>
        </a:p>
      </dsp:txBody>
      <dsp:txXfrm>
        <a:off x="1688640" y="537021"/>
        <a:ext cx="1657253" cy="1657253"/>
      </dsp:txXfrm>
    </dsp:sp>
    <dsp:sp modelId="{C954E125-4779-4FD2-B1B7-BA6DF86BDF8D}">
      <dsp:nvSpPr>
        <dsp:cNvPr id="0" name=""/>
        <dsp:cNvSpPr/>
      </dsp:nvSpPr>
      <dsp:spPr>
        <a:xfrm>
          <a:off x="3576821" y="447367"/>
          <a:ext cx="1836561" cy="1836561"/>
        </a:xfrm>
        <a:prstGeom prst="roundRect">
          <a:avLst/>
        </a:prstGeom>
        <a:solidFill>
          <a:schemeClr val="accent2">
            <a:hueOff val="3097225"/>
            <a:satOff val="-15871"/>
            <a:lumOff val="-8039"/>
            <a:alphaOff val="0"/>
          </a:schemeClr>
        </a:solidFill>
        <a:ln w="2222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ctr" defTabSz="444500">
            <a:lnSpc>
              <a:spcPct val="90000"/>
            </a:lnSpc>
            <a:spcBef>
              <a:spcPct val="0"/>
            </a:spcBef>
            <a:spcAft>
              <a:spcPct val="35000"/>
            </a:spcAft>
            <a:buNone/>
          </a:pPr>
          <a:r>
            <a:rPr lang="en-US" sz="1000" kern="1200"/>
            <a:t>502-555-0152</a:t>
          </a:r>
        </a:p>
      </dsp:txBody>
      <dsp:txXfrm>
        <a:off x="3666475" y="537021"/>
        <a:ext cx="1657253" cy="1657253"/>
      </dsp:txXfrm>
    </dsp:sp>
    <dsp:sp modelId="{7F69FD18-BFE0-4F17-AAE1-C78C7A290C32}">
      <dsp:nvSpPr>
        <dsp:cNvPr id="0" name=""/>
        <dsp:cNvSpPr/>
      </dsp:nvSpPr>
      <dsp:spPr>
        <a:xfrm>
          <a:off x="1598986" y="2425202"/>
          <a:ext cx="1836561" cy="1836561"/>
        </a:xfrm>
        <a:prstGeom prst="roundRect">
          <a:avLst/>
        </a:prstGeom>
        <a:solidFill>
          <a:schemeClr val="accent2">
            <a:hueOff val="6194450"/>
            <a:satOff val="-31741"/>
            <a:lumOff val="-16079"/>
            <a:alphaOff val="0"/>
          </a:schemeClr>
        </a:solidFill>
        <a:ln w="2222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ctr" defTabSz="444500">
            <a:lnSpc>
              <a:spcPct val="90000"/>
            </a:lnSpc>
            <a:spcBef>
              <a:spcPct val="0"/>
            </a:spcBef>
            <a:spcAft>
              <a:spcPct val="35000"/>
            </a:spcAft>
            <a:buNone/>
          </a:pPr>
          <a:r>
            <a:rPr lang="en-US" sz="1000" kern="1200"/>
            <a:t>brita@firstupconsultants.com</a:t>
          </a:r>
        </a:p>
      </dsp:txBody>
      <dsp:txXfrm>
        <a:off x="1688640" y="2514856"/>
        <a:ext cx="1657253" cy="1657253"/>
      </dsp:txXfrm>
    </dsp:sp>
    <dsp:sp modelId="{F70B060F-043C-4266-9ACD-C4F42BD5F422}">
      <dsp:nvSpPr>
        <dsp:cNvPr id="0" name=""/>
        <dsp:cNvSpPr/>
      </dsp:nvSpPr>
      <dsp:spPr>
        <a:xfrm>
          <a:off x="3576821" y="2425202"/>
          <a:ext cx="1836561" cy="1836561"/>
        </a:xfrm>
        <a:prstGeom prst="roundRect">
          <a:avLst/>
        </a:prstGeom>
        <a:solidFill>
          <a:schemeClr val="accent2">
            <a:hueOff val="9291674"/>
            <a:satOff val="-47612"/>
            <a:lumOff val="-24118"/>
            <a:alphaOff val="0"/>
          </a:schemeClr>
        </a:solidFill>
        <a:ln w="2222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ctr" defTabSz="444500">
            <a:lnSpc>
              <a:spcPct val="90000"/>
            </a:lnSpc>
            <a:spcBef>
              <a:spcPct val="0"/>
            </a:spcBef>
            <a:spcAft>
              <a:spcPct val="35000"/>
            </a:spcAft>
            <a:buNone/>
          </a:pPr>
          <a:r>
            <a:rPr lang="en-US" sz="1000" kern="1200"/>
            <a:t>www.firstupconsultants.com</a:t>
          </a:r>
        </a:p>
      </dsp:txBody>
      <dsp:txXfrm>
        <a:off x="3666475" y="2514856"/>
        <a:ext cx="1657253" cy="1657253"/>
      </dsp:txXfrm>
    </dsp:sp>
  </dsp:spTree>
</dsp:drawing>
</file>

<file path=ppt/diagrams/layout1.xml><?xml version="1.0" encoding="utf-8"?>
<dgm:layoutDef xmlns:dgm="http://schemas.openxmlformats.org/drawingml/2006/diagram" xmlns:a="http://schemas.openxmlformats.org/drawingml/2006/main" uniqueId="urn:microsoft.com/office/officeart/2005/8/layout/vProcess5">
  <dgm:title val=""/>
  <dgm:desc val=""/>
  <dgm:catLst>
    <dgm:cat type="process" pri="14000"/>
  </dgm:catLst>
  <dgm:sampData>
    <dgm:dataModel>
      <dgm:ptLst>
        <dgm:pt modelId="0" type="doc"/>
        <dgm:pt modelId="1">
          <dgm:prSet phldr="1"/>
        </dgm:pt>
        <dgm:pt modelId="2">
          <dgm:prSet phldr="1"/>
        </dgm:pt>
        <dgm:pt modelId="3">
          <dgm:prSet phldr="1"/>
        </dgm:pt>
      </dgm:ptLst>
      <dgm:cxnLst>
        <dgm:cxn modelId="5" srcId="0" destId="1" srcOrd="0" destOrd="0"/>
        <dgm:cxn modelId="6" srcId="0" destId="2" srcOrd="1" destOrd="0"/>
        <dgm:cxn modelId="7" srcId="0" destId="3" srcOrd="2"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6" srcId="0" destId="1" srcOrd="0" destOrd="0"/>
        <dgm:cxn modelId="7" srcId="0" destId="2" srcOrd="1" destOrd="0"/>
        <dgm:cxn modelId="8" srcId="0" destId="3" srcOrd="2" destOrd="0"/>
        <dgm:cxn modelId="9" srcId="0" destId="4" srcOrd="3" destOrd="0"/>
      </dgm:cxnLst>
      <dgm:bg/>
      <dgm:whole/>
    </dgm:dataModel>
  </dgm:clrData>
  <dgm:layoutNode name="outerComposite">
    <dgm:varLst>
      <dgm:chMax val="5"/>
      <dgm:dir/>
      <dgm:resizeHandles val="exact"/>
    </dgm:varLst>
    <dgm:alg type="composite"/>
    <dgm:shape xmlns:r="http://schemas.openxmlformats.org/officeDocument/2006/relationships" r:blip="">
      <dgm:adjLst/>
    </dgm:shape>
    <dgm:presOf/>
    <dgm:choose name="Name0">
      <dgm:if name="Name1" func="var" arg="dir" op="equ" val="norm">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l" for="ch" forName="TwoNodes_1"/>
          <dgm:constr type="w" for="ch" forName="TwoNodes_2" refType="w" fact="0.85"/>
          <dgm:constr type="h" for="ch" forName="TwoNodes_2" refType="h" fact="0.45"/>
          <dgm:constr type="b" for="ch" forName="TwoNodes_2" refType="h"/>
          <dgm:constr type="r" for="ch" forName="TwoNodes_2" refType="w"/>
          <dgm:constr type="w" for="ch" forName="TwoConn_1-2" refType="h" refFor="ch" refForName="TwoNodes_1" fact="0.65"/>
          <dgm:constr type="h" for="ch" forName="TwoConn_1-2" refType="h" refFor="ch" refForName="TwoNodes_1" fact="0.65"/>
          <dgm:constr type="ctrY" for="ch" forName="TwoConn_1-2" refType="h" fact="0.5"/>
          <dgm:constr type="r" for="ch" forName="TwoConn_1-2" refType="r" refFor="ch" refForName="TwoNodes_1"/>
          <dgm:constr type="r" for="ch" forName="TwoNodes_1_text" refType="l" refFor="ch" refForName="TwoConn_1-2"/>
          <dgm:constr type="rOff" for="ch" forName="TwoNodes_1_text" refType="w" refFor="ch" refForName="TwoConn_1-2" fact="-0.5"/>
          <dgm:constr type="t" for="ch" forName="TwoNodes_1_text" refType="t" refFor="ch" refForName="TwoNodes_1"/>
          <dgm:constr type="b" for="ch" forName="TwoNodes_1_text" refType="b" refFor="ch" refForName="TwoNodes_1"/>
          <dgm:constr type="l" for="ch" forName="TwoNodes_1_text" refType="l" refFor="ch" refForName="TwoNodes_1"/>
          <dgm:constr type="r" for="ch" forName="TwoNodes_2_text" refType="l" refFor="ch" refForName="TwoConn_1-2"/>
          <dgm:constr type="t" for="ch" forName="TwoNodes_2_text" refType="t" refFor="ch" refForName="TwoNodes_2"/>
          <dgm:constr type="b" for="ch" forName="TwoNodes_2_text" refType="b" refFor="ch" refForName="TwoNodes_2"/>
          <dgm:constr type="l" for="ch" forName="TwoNodes_2_text" refType="l" refFor="ch" refForName="TwoNodes_2"/>
          <dgm:constr type="w" for="ch" forName="ThreeNodes_1" refType="w" fact="0.85"/>
          <dgm:constr type="h" for="ch" forName="ThreeNodes_1" refType="h" fact="0.3"/>
          <dgm:constr type="t" for="ch" forName="ThreeNodes_1"/>
          <dgm:constr type="l" for="ch" forName="ThreeNodes_1"/>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r" for="ch" forName="ThreeNodes_3" refType="w"/>
          <dgm:constr type="w" for="ch" forName="ThreeConn_1-2" refType="h" refFor="ch" refForName="ThreeNodes_1" fact="0.65"/>
          <dgm:constr type="h" for="ch" forName="ThreeConn_1-2" refType="h" refFor="ch" refForName="ThreeNodes_1" fact="0.65"/>
          <dgm:constr type="ctrY" for="ch" forName="ThreeConn_1-2" refType="h" fact="0.325"/>
          <dgm:constr type="r" for="ch" forName="ThreeConn_1-2" refType="r"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r" for="ch" forName="ThreeConn_2-3" refType="r" refFor="ch" refForName="ThreeNodes_2"/>
          <dgm:constr type="r" for="ch" forName="ThreeNodes_1_text" refType="l" refFor="ch" refForName="ThreeConn_1-2"/>
          <dgm:constr type="rOff" for="ch" forName="ThreeNodes_1_text" refType="w" refFor="ch" refForName="ThreeConn_1-2" fact="-0.57"/>
          <dgm:constr type="t" for="ch" forName="ThreeNodes_1_text" refType="t" refFor="ch" refForName="ThreeNodes_1"/>
          <dgm:constr type="b" for="ch" forName="ThreeNodes_1_text" refType="b" refFor="ch" refForName="ThreeNodes_1"/>
          <dgm:constr type="l" for="ch" forName="ThreeNodes_1_text" refType="l" refFor="ch" refForName="ThreeNodes_1"/>
          <dgm:constr type="r" for="ch" forName="ThreeNodes_2_text" refType="l" refFor="ch" refForName="ThreeConn_1-2"/>
          <dgm:constr type="t" for="ch" forName="ThreeNodes_2_text" refType="t" refFor="ch" refForName="ThreeNodes_2"/>
          <dgm:constr type="b" for="ch" forName="ThreeNodes_2_text" refType="b" refFor="ch" refForName="ThreeNodes_2"/>
          <dgm:constr type="l" for="ch" forName="ThreeNodes_2_text" refType="l" refFor="ch" refForName="ThreeNodes_2"/>
          <dgm:constr type="r" for="ch" forName="ThreeNodes_3_text" refType="l" refFor="ch" refForName="ThreeConn_2-3"/>
          <dgm:constr type="t" for="ch" forName="ThreeNodes_3_text" refType="t" refFor="ch" refForName="ThreeNodes_3"/>
          <dgm:constr type="b" for="ch" forName="ThreeNodes_3_text" refType="b" refFor="ch" refForName="ThreeNodes_3"/>
          <dgm:constr type="l" for="ch" forName="ThreeNodes_3_text" refType="l" refFor="ch" refForName="ThreeNodes_3"/>
          <dgm:constr type="w" for="ch" forName="FourNodes_1" refType="w" fact="0.8"/>
          <dgm:constr type="h" for="ch" forName="FourNodes_1" refType="h" fact="0.22"/>
          <dgm:constr type="t" for="ch" forName="FourNodes_1"/>
          <dgm:constr type="l" for="ch" forName="FourNodes_1"/>
          <dgm:constr type="w" for="ch" forName="FourNodes_2" refType="w" fact="0.8"/>
          <dgm:constr type="h" for="ch" forName="FourNodes_2" refType="h" fact="0.22"/>
          <dgm:constr type="ctrY" for="ch" forName="FourNodes_2" refType="h" fact="0.37"/>
          <dgm:constr type="ctrX" for="ch" forName="FourNodes_2" refType="w" fact="0.467"/>
          <dgm:constr type="w" for="ch" forName="FourNodes_3" refType="w" fact="0.8"/>
          <dgm:constr type="h" for="ch" forName="FourNodes_3" refType="h" fact="0.22"/>
          <dgm:constr type="ctrY" for="ch" forName="FourNodes_3" refType="h" fact="0.63"/>
          <dgm:constr type="ctrX" for="ch" forName="FourNodes_3" refType="w" fact="0.533"/>
          <dgm:constr type="w" for="ch" forName="FourNodes_4" refType="w" fact="0.8"/>
          <dgm:constr type="h" for="ch" forName="FourNodes_4" refType="h" fact="0.22"/>
          <dgm:constr type="b" for="ch" forName="FourNodes_4" refType="h"/>
          <dgm:constr type="r" for="ch" forName="FourNodes_4" refType="w"/>
          <dgm:constr type="w" for="ch" forName="FourConn_1-2" refType="h" refFor="ch" refForName="FourNodes_1" fact="0.65"/>
          <dgm:constr type="h" for="ch" forName="FourConn_1-2" refType="h" refFor="ch" refForName="FourNodes_1" fact="0.65"/>
          <dgm:constr type="ctrY" for="ch" forName="FourConn_1-2" refType="h" fact="0.24"/>
          <dgm:constr type="r" for="ch" forName="FourConn_1-2" refType="r"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r" for="ch" forName="FourConn_2-3" refType="r"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r" for="ch" forName="FourConn_3-4" refType="r" refFor="ch" refForName="FourNodes_3"/>
          <dgm:constr type="r" for="ch" forName="FourNodes_1_text" refType="l" refFor="ch" refForName="FourConn_1-2"/>
          <dgm:constr type="rOff" for="ch" forName="FourNodes_1_text" refType="w" refFor="ch" refForName="FourConn_1-2" fact="-0.7"/>
          <dgm:constr type="t" for="ch" forName="FourNodes_1_text" refType="t" refFor="ch" refForName="FourNodes_1"/>
          <dgm:constr type="b" for="ch" forName="FourNodes_1_text" refType="b" refFor="ch" refForName="FourNodes_1"/>
          <dgm:constr type="l" for="ch" forName="FourNodes_1_text" refType="l" refFor="ch" refForName="FourNodes_1"/>
          <dgm:constr type="r" for="ch" forName="FourNodes_2_text" refType="l" refFor="ch" refForName="FourConn_1-2"/>
          <dgm:constr type="t" for="ch" forName="FourNodes_2_text" refType="t" refFor="ch" refForName="FourNodes_2"/>
          <dgm:constr type="b" for="ch" forName="FourNodes_2_text" refType="b" refFor="ch" refForName="FourNodes_2"/>
          <dgm:constr type="l" for="ch" forName="FourNodes_2_text" refType="l" refFor="ch" refForName="FourNodes_2"/>
          <dgm:constr type="r" for="ch" forName="FourNodes_3_text" refType="l" refFor="ch" refForName="FourConn_2-3"/>
          <dgm:constr type="t" for="ch" forName="FourNodes_3_text" refType="t" refFor="ch" refForName="FourNodes_3"/>
          <dgm:constr type="b" for="ch" forName="FourNodes_3_text" refType="b" refFor="ch" refForName="FourNodes_3"/>
          <dgm:constr type="l" for="ch" forName="FourNodes_3_text" refType="l" refFor="ch" refForName="FourNodes_3"/>
          <dgm:constr type="r" for="ch" forName="FourNodes_4_text" refType="l" refFor="ch" refForName="FourConn_3-4"/>
          <dgm:constr type="t" for="ch" forName="FourNodes_4_text" refType="t" refFor="ch" refForName="FourNodes_4"/>
          <dgm:constr type="b" for="ch" forName="FourNodes_4_text" refType="b" refFor="ch" refForName="FourNodes_4"/>
          <dgm:constr type="l" for="ch" forName="FourNodes_4_text" refType="l" refFor="ch" refForName="FourNodes_4"/>
          <dgm:constr type="w" for="ch" forName="FiveNodes_1" refType="w" fact="0.77"/>
          <dgm:constr type="h" for="ch" forName="FiveNodes_1" refType="h" fact="0.18"/>
          <dgm:constr type="t" for="ch" forName="FiveNodes_1"/>
          <dgm:constr type="l" for="ch" forName="FiveNodes_1"/>
          <dgm:constr type="w" for="ch" forName="FiveNodes_2" refType="w" fact="0.77"/>
          <dgm:constr type="h" for="ch" forName="FiveNodes_2" refType="h" fact="0.18"/>
          <dgm:constr type="ctrY" for="ch" forName="FiveNodes_2" refType="h" fact="0.295"/>
          <dgm:constr type="ctrX" for="ch" forName="FiveNodes_2" refType="w" fact="0.442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5575"/>
          <dgm:constr type="w" for="ch" forName="FiveNodes_5" refType="w" fact="0.77"/>
          <dgm:constr type="h" for="ch" forName="FiveNodes_5" refType="h" fact="0.18"/>
          <dgm:constr type="b" for="ch" forName="FiveNodes_5" refType="h"/>
          <dgm:constr type="r" for="ch" forName="FiveNodes_5" refType="w"/>
          <dgm:constr type="w" for="ch" forName="FiveConn_1-2" refType="h" refFor="ch" refForName="FiveNodes_1" fact="0.65"/>
          <dgm:constr type="h" for="ch" forName="FiveConn_1-2" refType="h" refFor="ch" refForName="FiveNodes_1" fact="0.65"/>
          <dgm:constr type="ctrY" for="ch" forName="FiveConn_1-2" refType="h" fact="0.19"/>
          <dgm:constr type="r" for="ch" forName="FiveConn_1-2" refType="r"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r" for="ch" forName="FiveConn_2-3" refType="r"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r" for="ch" forName="FiveConn_3-4" refType="r"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r" for="ch" forName="FiveConn_4-5" refType="r" refFor="ch" refForName="FiveNodes_4"/>
          <dgm:constr type="r" for="ch" forName="FiveNodes_1_text" refType="l" refFor="ch" refForName="FiveConn_1-2"/>
          <dgm:constr type="rOff" for="ch" forName="FiveNodes_1_text" refType="w" refFor="ch" refForName="FiveConn_1-2" fact="-0.75"/>
          <dgm:constr type="t" for="ch" forName="FiveNodes_1_text" refType="t" refFor="ch" refForName="FiveNodes_1"/>
          <dgm:constr type="b" for="ch" forName="FiveNodes_1_text" refType="b" refFor="ch" refForName="FiveNodes_1"/>
          <dgm:constr type="l" for="ch" forName="FiveNodes_1_text" refType="l" refFor="ch" refForName="FiveNodes_1"/>
          <dgm:constr type="r" for="ch" forName="FiveNodes_2_text" refType="l" refFor="ch" refForName="FiveConn_1-2"/>
          <dgm:constr type="t" for="ch" forName="FiveNodes_2_text" refType="t" refFor="ch" refForName="FiveNodes_2"/>
          <dgm:constr type="b" for="ch" forName="FiveNodes_2_text" refType="b" refFor="ch" refForName="FiveNodes_2"/>
          <dgm:constr type="l" for="ch" forName="FiveNodes_2_text" refType="l" refFor="ch" refForName="FiveNodes_2"/>
          <dgm:constr type="r" for="ch" forName="FiveNodes_3_text" refType="l" refFor="ch" refForName="FiveConn_2-3"/>
          <dgm:constr type="t" for="ch" forName="FiveNodes_3_text" refType="t" refFor="ch" refForName="FiveNodes_3"/>
          <dgm:constr type="b" for="ch" forName="FiveNodes_3_text" refType="b" refFor="ch" refForName="FiveNodes_3"/>
          <dgm:constr type="l" for="ch" forName="FiveNodes_3_text" refType="l" refFor="ch" refForName="FiveNodes_3"/>
          <dgm:constr type="r" for="ch" forName="FiveNodes_4_text" refType="l" refFor="ch" refForName="FiveConn_3-4"/>
          <dgm:constr type="t" for="ch" forName="FiveNodes_4_text" refType="t" refFor="ch" refForName="FiveNodes_4"/>
          <dgm:constr type="b" for="ch" forName="FiveNodes_4_text" refType="b" refFor="ch" refForName="FiveNodes_4"/>
          <dgm:constr type="l" for="ch" forName="FiveNodes_4_text" refType="l" refFor="ch" refForName="FiveNodes_4"/>
          <dgm:constr type="r" for="ch" forName="FiveNodes_5_text" refType="l" refFor="ch" refForName="FiveConn_4-5"/>
          <dgm:constr type="t" for="ch" forName="FiveNodes_5_text" refType="t" refFor="ch" refForName="FiveNodes_5"/>
          <dgm:constr type="b" for="ch" forName="FiveNodes_5_text" refType="b" refFor="ch" refForName="FiveNodes_5"/>
          <dgm:constr type="l" for="ch" forName="FiveNodes_5_text" refType="l" refFor="ch" refForName="FiveNodes_5"/>
        </dgm:constrLst>
      </dgm:if>
      <dgm:else name="Name2">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r" for="ch" forName="TwoNodes_1" refType="w"/>
          <dgm:constr type="w" for="ch" forName="TwoNodes_2" refType="w" fact="0.85"/>
          <dgm:constr type="h" for="ch" forName="TwoNodes_2" refType="h" fact="0.45"/>
          <dgm:constr type="b" for="ch" forName="TwoNodes_2" refType="h"/>
          <dgm:constr type="l" for="ch" forName="TwoNodes_2"/>
          <dgm:constr type="w" for="ch" forName="TwoConn_1-2" refType="h" refFor="ch" refForName="TwoNodes_1" fact="0.65"/>
          <dgm:constr type="h" for="ch" forName="TwoConn_1-2" refType="h" refFor="ch" refForName="TwoNodes_1" fact="0.65"/>
          <dgm:constr type="ctrY" for="ch" forName="TwoConn_1-2" refType="h" fact="0.5"/>
          <dgm:constr type="l" for="ch" forName="TwoConn_1-2" refType="l" refFor="ch" refForName="TwoNodes_1"/>
          <dgm:constr type="l" for="ch" forName="TwoNodes_1_text" refType="r" refFor="ch" refForName="TwoConn_1-2"/>
          <dgm:constr type="lOff" for="ch" forName="TwoNodes_1_text" refType="w" refFor="ch" refForName="TwoConn_1-2" fact="0.5"/>
          <dgm:constr type="t" for="ch" forName="TwoNodes_1_text" refType="t" refFor="ch" refForName="TwoNodes_1"/>
          <dgm:constr type="b" for="ch" forName="TwoNodes_1_text" refType="b" refFor="ch" refForName="TwoNodes_1"/>
          <dgm:constr type="r" for="ch" forName="TwoNodes_1_text" refType="r" refFor="ch" refForName="TwoNodes_1"/>
          <dgm:constr type="l" for="ch" forName="TwoNodes_2_text" refType="r" refFor="ch" refForName="TwoConn_1-2"/>
          <dgm:constr type="t" for="ch" forName="TwoNodes_2_text" refType="t" refFor="ch" refForName="TwoNodes_2"/>
          <dgm:constr type="b" for="ch" forName="TwoNodes_2_text" refType="b" refFor="ch" refForName="TwoNodes_2"/>
          <dgm:constr type="r" for="ch" forName="TwoNodes_2_text" refType="r" refFor="ch" refForName="TwoNodes_2"/>
          <dgm:constr type="w" for="ch" forName="ThreeNodes_1" refType="w" fact="0.85"/>
          <dgm:constr type="h" for="ch" forName="ThreeNodes_1" refType="h" fact="0.3"/>
          <dgm:constr type="t" for="ch" forName="ThreeNodes_1"/>
          <dgm:constr type="r" for="ch" forName="ThreeNodes_1" refType="w"/>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l" for="ch" forName="ThreeNodes_3"/>
          <dgm:constr type="w" for="ch" forName="ThreeConn_1-2" refType="h" refFor="ch" refForName="ThreeNodes_1" fact="0.65"/>
          <dgm:constr type="h" for="ch" forName="ThreeConn_1-2" refType="h" refFor="ch" refForName="ThreeNodes_1" fact="0.65"/>
          <dgm:constr type="ctrY" for="ch" forName="ThreeConn_1-2" refType="h" fact="0.325"/>
          <dgm:constr type="l" for="ch" forName="ThreeConn_1-2" refType="l"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l" for="ch" forName="ThreeConn_2-3" refType="l" refFor="ch" refForName="ThreeNodes_2"/>
          <dgm:constr type="l" for="ch" forName="ThreeNodes_1_text" refType="r" refFor="ch" refForName="ThreeConn_1-2"/>
          <dgm:constr type="lOff" for="ch" forName="ThreeNodes_1_text" refType="w" refFor="ch" refForName="ThreeConn_1-2" fact="0.55"/>
          <dgm:constr type="t" for="ch" forName="ThreeNodes_1_text" refType="t" refFor="ch" refForName="ThreeNodes_1"/>
          <dgm:constr type="b" for="ch" forName="ThreeNodes_1_text" refType="b" refFor="ch" refForName="ThreeNodes_1"/>
          <dgm:constr type="r" for="ch" forName="ThreeNodes_1_text" refType="r" refFor="ch" refForName="ThreeNodes_1"/>
          <dgm:constr type="l" for="ch" forName="ThreeNodes_2_text" refType="r" refFor="ch" refForName="ThreeConn_1-2"/>
          <dgm:constr type="t" for="ch" forName="ThreeNodes_2_text" refType="t" refFor="ch" refForName="ThreeNodes_2"/>
          <dgm:constr type="b" for="ch" forName="ThreeNodes_2_text" refType="b" refFor="ch" refForName="ThreeNodes_2"/>
          <dgm:constr type="r" for="ch" forName="ThreeNodes_2_text" refType="r" refFor="ch" refForName="ThreeNodes_2"/>
          <dgm:constr type="l" for="ch" forName="ThreeNodes_3_text" refType="r" refFor="ch" refForName="ThreeConn_2-3"/>
          <dgm:constr type="t" for="ch" forName="ThreeNodes_3_text" refType="t" refFor="ch" refForName="ThreeNodes_3"/>
          <dgm:constr type="b" for="ch" forName="ThreeNodes_3_text" refType="b" refFor="ch" refForName="ThreeNodes_3"/>
          <dgm:constr type="r" for="ch" forName="ThreeNodes_3_text" refType="r" refFor="ch" refForName="ThreeNodes_3"/>
          <dgm:constr type="w" for="ch" forName="FourNodes_1" refType="w" fact="0.8"/>
          <dgm:constr type="h" for="ch" forName="FourNodes_1" refType="h" fact="0.22"/>
          <dgm:constr type="t" for="ch" forName="FourNodes_1"/>
          <dgm:constr type="r" for="ch" forName="FourNodes_1" refType="w"/>
          <dgm:constr type="w" for="ch" forName="FourNodes_2" refType="w" fact="0.8"/>
          <dgm:constr type="h" for="ch" forName="FourNodes_2" refType="h" fact="0.22"/>
          <dgm:constr type="ctrY" for="ch" forName="FourNodes_2" refType="h" fact="0.37"/>
          <dgm:constr type="ctrX" for="ch" forName="FourNodes_2" refType="w" fact="0.533"/>
          <dgm:constr type="w" for="ch" forName="FourNodes_3" refType="w" fact="0.8"/>
          <dgm:constr type="h" for="ch" forName="FourNodes_3" refType="h" fact="0.22"/>
          <dgm:constr type="ctrY" for="ch" forName="FourNodes_3" refType="h" fact="0.63"/>
          <dgm:constr type="ctrX" for="ch" forName="FourNodes_3" refType="w" fact="0.467"/>
          <dgm:constr type="w" for="ch" forName="FourNodes_4" refType="w" fact="0.8"/>
          <dgm:constr type="h" for="ch" forName="FourNodes_4" refType="h" fact="0.22"/>
          <dgm:constr type="b" for="ch" forName="FourNodes_4" refType="h"/>
          <dgm:constr type="l" for="ch" forName="FourNodes_4"/>
          <dgm:constr type="w" for="ch" forName="FourConn_1-2" refType="h" refFor="ch" refForName="FourNodes_1" fact="0.65"/>
          <dgm:constr type="h" for="ch" forName="FourConn_1-2" refType="h" refFor="ch" refForName="FourNodes_1" fact="0.65"/>
          <dgm:constr type="ctrY" for="ch" forName="FourConn_1-2" refType="h" fact="0.24"/>
          <dgm:constr type="l" for="ch" forName="FourConn_1-2" refType="l"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l" for="ch" forName="FourConn_2-3" refType="l"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l" for="ch" forName="FourConn_3-4" refType="l" refFor="ch" refForName="FourNodes_3"/>
          <dgm:constr type="l" for="ch" forName="FourNodes_1_text" refType="r" refFor="ch" refForName="FourConn_1-2"/>
          <dgm:constr type="lOff" for="ch" forName="FourNodes_1_text" refType="w" refFor="ch" refForName="FourConn_1-2" fact="0.69"/>
          <dgm:constr type="t" for="ch" forName="FourNodes_1_text" refType="t" refFor="ch" refForName="FourNodes_1"/>
          <dgm:constr type="b" for="ch" forName="FourNodes_1_text" refType="b" refFor="ch" refForName="FourNodes_1"/>
          <dgm:constr type="r" for="ch" forName="FourNodes_1_text" refType="r" refFor="ch" refForName="FourNodes_1"/>
          <dgm:constr type="l" for="ch" forName="FourNodes_2_text" refType="r" refFor="ch" refForName="FourConn_1-2"/>
          <dgm:constr type="t" for="ch" forName="FourNodes_2_text" refType="t" refFor="ch" refForName="FourNodes_2"/>
          <dgm:constr type="b" for="ch" forName="FourNodes_2_text" refType="b" refFor="ch" refForName="FourNodes_2"/>
          <dgm:constr type="r" for="ch" forName="FourNodes_2_text" refType="r" refFor="ch" refForName="FourNodes_2"/>
          <dgm:constr type="l" for="ch" forName="FourNodes_3_text" refType="r" refFor="ch" refForName="FourConn_2-3"/>
          <dgm:constr type="t" for="ch" forName="FourNodes_3_text" refType="t" refFor="ch" refForName="FourNodes_3"/>
          <dgm:constr type="b" for="ch" forName="FourNodes_3_text" refType="b" refFor="ch" refForName="FourNodes_3"/>
          <dgm:constr type="r" for="ch" forName="FourNodes_3_text" refType="r" refFor="ch" refForName="FourNodes_3"/>
          <dgm:constr type="l" for="ch" forName="FourNodes_4_text" refType="r" refFor="ch" refForName="FourConn_3-4"/>
          <dgm:constr type="t" for="ch" forName="FourNodes_4_text" refType="t" refFor="ch" refForName="FourNodes_4"/>
          <dgm:constr type="b" for="ch" forName="FourNodes_4_text" refType="b" refFor="ch" refForName="FourNodes_4"/>
          <dgm:constr type="r" for="ch" forName="FourNodes_4_text" refType="r" refFor="ch" refForName="FourNodes_4"/>
          <dgm:constr type="w" for="ch" forName="FiveNodes_1" refType="w" fact="0.77"/>
          <dgm:constr type="h" for="ch" forName="FiveNodes_1" refType="h" fact="0.18"/>
          <dgm:constr type="t" for="ch" forName="FiveNodes_1"/>
          <dgm:constr type="r" for="ch" forName="FiveNodes_1" refType="w"/>
          <dgm:constr type="w" for="ch" forName="FiveNodes_2" refType="w" fact="0.77"/>
          <dgm:constr type="h" for="ch" forName="FiveNodes_2" refType="h" fact="0.18"/>
          <dgm:constr type="ctrY" for="ch" forName="FiveNodes_2" refType="h" fact="0.295"/>
          <dgm:constr type="ctrX" for="ch" forName="FiveNodes_2" refType="w" fact="0.557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4425"/>
          <dgm:constr type="w" for="ch" forName="FiveNodes_5" refType="w" fact="0.77"/>
          <dgm:constr type="h" for="ch" forName="FiveNodes_5" refType="h" fact="0.18"/>
          <dgm:constr type="b" for="ch" forName="FiveNodes_5" refType="h"/>
          <dgm:constr type="l" for="ch" forName="FiveNodes_5"/>
          <dgm:constr type="w" for="ch" forName="FiveConn_1-2" refType="h" refFor="ch" refForName="FiveNodes_1" fact="0.65"/>
          <dgm:constr type="h" for="ch" forName="FiveConn_1-2" refType="h" refFor="ch" refForName="FiveNodes_1" fact="0.65"/>
          <dgm:constr type="ctrY" for="ch" forName="FiveConn_1-2" refType="h" fact="0.19"/>
          <dgm:constr type="l" for="ch" forName="FiveConn_1-2" refType="l"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l" for="ch" forName="FiveConn_2-3" refType="l"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l" for="ch" forName="FiveConn_3-4" refType="l"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l" for="ch" forName="FiveConn_4-5" refType="l" refFor="ch" refForName="FiveNodes_4"/>
          <dgm:constr type="l" for="ch" forName="FiveNodes_1_text" refType="r" refFor="ch" refForName="FiveConn_1-2"/>
          <dgm:constr type="lOff" for="ch" forName="FiveNodes_1_text" refType="w" refFor="ch" refForName="FiveConn_1-2" fact="0.73"/>
          <dgm:constr type="t" for="ch" forName="FiveNodes_1_text" refType="t" refFor="ch" refForName="FiveNodes_1"/>
          <dgm:constr type="b" for="ch" forName="FiveNodes_1_text" refType="b" refFor="ch" refForName="FiveNodes_1"/>
          <dgm:constr type="r" for="ch" forName="FiveNodes_1_text" refType="r" refFor="ch" refForName="FiveNodes_1"/>
          <dgm:constr type="l" for="ch" forName="FiveNodes_2_text" refType="r" refFor="ch" refForName="FiveConn_1-2"/>
          <dgm:constr type="t" for="ch" forName="FiveNodes_2_text" refType="t" refFor="ch" refForName="FiveNodes_2"/>
          <dgm:constr type="b" for="ch" forName="FiveNodes_2_text" refType="b" refFor="ch" refForName="FiveNodes_2"/>
          <dgm:constr type="r" for="ch" forName="FiveNodes_2_text" refType="r" refFor="ch" refForName="FiveNodes_2"/>
          <dgm:constr type="l" for="ch" forName="FiveNodes_3_text" refType="r" refFor="ch" refForName="FiveConn_2-3"/>
          <dgm:constr type="t" for="ch" forName="FiveNodes_3_text" refType="t" refFor="ch" refForName="FiveNodes_3"/>
          <dgm:constr type="b" for="ch" forName="FiveNodes_3_text" refType="b" refFor="ch" refForName="FiveNodes_3"/>
          <dgm:constr type="r" for="ch" forName="FiveNodes_3_text" refType="r" refFor="ch" refForName="FiveNodes_3"/>
          <dgm:constr type="l" for="ch" forName="FiveNodes_4_text" refType="r" refFor="ch" refForName="FiveConn_3-4"/>
          <dgm:constr type="t" for="ch" forName="FiveNodes_4_text" refType="t" refFor="ch" refForName="FiveNodes_4"/>
          <dgm:constr type="b" for="ch" forName="FiveNodes_4_text" refType="b" refFor="ch" refForName="FiveNodes_4"/>
          <dgm:constr type="r" for="ch" forName="FiveNodes_4_text" refType="r" refFor="ch" refForName="FiveNodes_4"/>
          <dgm:constr type="l" for="ch" forName="FiveNodes_5_text" refType="r" refFor="ch" refForName="FiveConn_4-5"/>
          <dgm:constr type="t" for="ch" forName="FiveNodes_5_text" refType="t" refFor="ch" refForName="FiveNodes_5"/>
          <dgm:constr type="b" for="ch" forName="FiveNodes_5_text" refType="b" refFor="ch" refForName="FiveNodes_5"/>
          <dgm:constr type="r" for="ch" forName="FiveNodes_5_text" refType="r" refFor="ch" refForName="FiveNodes_5"/>
        </dgm:constrLst>
      </dgm:else>
    </dgm:choose>
    <dgm:ruleLst/>
    <dgm:layoutNode name="dummyMaxCanvas">
      <dgm:varLst/>
      <dgm:alg type="sp"/>
      <dgm:shape xmlns:r="http://schemas.openxmlformats.org/officeDocument/2006/relationships" r:blip="">
        <dgm:adjLst/>
      </dgm:shape>
      <dgm:presOf/>
      <dgm:constrLst/>
      <dgm:ruleLst/>
    </dgm:layoutNode>
    <dgm:choose name="Name3">
      <dgm:if name="Name4" axis="ch" ptType="node" func="cnt" op="equ" val="1">
        <dgm:layoutNode name="OneNode_1">
          <dgm:varLst>
            <dgm:bulletEnabled val="1"/>
          </dgm:varLst>
          <dgm:alg type="tx"/>
          <dgm:shape xmlns:r="http://schemas.openxmlformats.org/officeDocument/2006/relationships" type="roundRect" r:blip="">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
        <dgm:choose name="Name6">
          <dgm:if name="Name7" axis="ch" ptType="node" func="cnt" op="equ" val="2">
            <dgm:layoutNode name="Two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wo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wo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wo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wo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
            <dgm:choose name="Name9">
              <dgm:if name="Name10" axis="ch" ptType="node" func="cnt" op="equ" val="3">
                <dgm:layoutNode name="Thre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hre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hre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Thre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1">
                <dgm:choose name="Name12">
                  <dgm:if name="Name13" axis="ch" ptType="node" func="cnt" op="equ" val="4">
                    <dgm:layoutNode name="Four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our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our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our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our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4">
                    <dgm:choose name="Name15">
                      <dgm:if name="Name16" axis="ch" ptType="node" func="cnt" op="gte" val="5">
                        <dgm:layoutNode name="Fiv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iv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iv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ive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iveNodes_5">
                          <dgm:varLst>
                            <dgm:bulletEnabled val="1"/>
                          </dgm:varLst>
                          <dgm:alg type="sp"/>
                          <dgm:shape xmlns:r="http://schemas.openxmlformats.org/officeDocument/2006/relationships" type="roundRect" r:blip="">
                            <dgm:adjLst>
                              <dgm:adj idx="1" val="0.1"/>
                            </dgm:adjLst>
                          </dgm:shape>
                          <dgm:presOf axis="ch desOrSelf" ptType="node node" st="5 1" cnt="1 0"/>
                          <dgm:constrLst/>
                          <dgm:ruleLst/>
                        </dgm:layoutNode>
                        <dgm:layoutNode name="Fiv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4-5" styleLbl="fgAccFollowNode1">
                          <dgm:varLst>
                            <dgm:bulletEnabled val="1"/>
                          </dgm:varLst>
                          <dgm:alg type="tx"/>
                          <dgm:shape xmlns:r="http://schemas.openxmlformats.org/officeDocument/2006/relationships" type="downArrow" r:blip="">
                            <dgm:adjLst>
                              <dgm:adj idx="1" val="0.55"/>
                              <dgm:adj idx="2" val="0.45"/>
                            </dgm:adjLst>
                          </dgm:shape>
                          <dgm:presOf axis="ch" ptType="sibTrans" st="4"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5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5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7"/>
                    </dgm:choose>
                  </dgm:else>
                </dgm:choose>
              </dgm:else>
            </dgm:choose>
          </dgm:else>
        </dgm:choose>
      </dgm:else>
    </dgm:choose>
  </dgm:layoutNode>
</dgm:layoutDef>
</file>

<file path=ppt/diagrams/layout2.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4.xml><?xml version="1.0" encoding="utf-8"?>
<dgm:layoutDef xmlns:dgm="http://schemas.openxmlformats.org/drawingml/2006/diagram" xmlns:a="http://schemas.openxmlformats.org/drawingml/2006/main" uniqueId="urn:microsoft.com/office/officeart/2005/8/layout/matrix3">
  <dgm:title val=""/>
  <dgm:desc val=""/>
  <dgm:catLst>
    <dgm:cat type="matrix" pri="1000"/>
    <dgm:cat type="convert" pri="18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0" destOrd="0"/>
        <dgm:cxn modelId="8" srcId="0" destId="4" srcOrd="1" destOrd="0"/>
      </dgm:cxnLst>
      <dgm:bg/>
      <dgm:whole/>
    </dgm:dataModel>
  </dgm:sampData>
  <dgm:styleData useDef="1">
    <dgm:dataModel>
      <dgm:ptLst/>
      <dgm:bg/>
      <dgm:whole/>
    </dgm:dataModel>
  </dgm:styleData>
  <dgm:clrData useDef="1">
    <dgm:dataModel>
      <dgm:ptLst/>
      <dgm:bg/>
      <dgm:whole/>
    </dgm:dataModel>
  </dgm:clrData>
  <dgm:layoutNode name="matrix">
    <dgm:varLst>
      <dgm:chMax val="1"/>
      <dgm:dir/>
      <dgm:resizeHandles val="exact"/>
    </dgm:varLst>
    <dgm:alg type="composite">
      <dgm:param type="ar" val="1"/>
    </dgm:alg>
    <dgm:shape xmlns:r="http://schemas.openxmlformats.org/officeDocument/2006/relationships" r:blip="">
      <dgm:adjLst/>
    </dgm:shape>
    <dgm:presOf/>
    <dgm:choose name="Name0">
      <dgm:if name="Name1" func="var" arg="dir" op="equ" val="norm">
        <dgm:constrLst>
          <dgm:constr type="w" for="ch" forName="diamond" refType="w"/>
          <dgm:constr type="h" for="ch" forName="diamond" refType="h"/>
          <dgm:constr type="w" for="ch" forName="quad1" refType="w" fact="0.39"/>
          <dgm:constr type="h" for="ch" forName="quad1" refType="h" fact="0.39"/>
          <dgm:constr type="ctrX" for="ch" forName="quad1" refType="w" fact="0.29"/>
          <dgm:constr type="ctrY" for="ch" forName="quad1" refType="h" fact="0.29"/>
          <dgm:constr type="w" for="ch" forName="quad2" refType="w" fact="0.39"/>
          <dgm:constr type="h" for="ch" forName="quad2" refType="h" fact="0.39"/>
          <dgm:constr type="ctrX" for="ch" forName="quad2" refType="w" fact="0.71"/>
          <dgm:constr type="ctrY" for="ch" forName="quad2" refType="h" fact="0.29"/>
          <dgm:constr type="w" for="ch" forName="quad3" refType="w" fact="0.39"/>
          <dgm:constr type="h" for="ch" forName="quad3" refType="h" fact="0.39"/>
          <dgm:constr type="ctrX" for="ch" forName="quad3" refType="w" fact="0.29"/>
          <dgm:constr type="ctrY" for="ch" forName="quad3" refType="h" fact="0.71"/>
          <dgm:constr type="w" for="ch" forName="quad4" refType="w" fact="0.39"/>
          <dgm:constr type="h" for="ch" forName="quad4" refType="h" fact="0.39"/>
          <dgm:constr type="ctrX" for="ch" forName="quad4" refType="w" fact="0.71"/>
          <dgm:constr type="ctrY" for="ch" forName="quad4" refType="h" fact="0.71"/>
          <dgm:constr type="primFontSz" for="des" ptType="node" op="equ" val="65"/>
        </dgm:constrLst>
      </dgm:if>
      <dgm:else name="Name2">
        <dgm:constrLst>
          <dgm:constr type="w" for="ch" forName="diamond" refType="w"/>
          <dgm:constr type="h" for="ch" forName="diamond" refType="h"/>
          <dgm:constr type="w" for="ch" forName="quad1" refType="w" fact="0.39"/>
          <dgm:constr type="h" for="ch" forName="quad1" refType="h" fact="0.39"/>
          <dgm:constr type="ctrX" for="ch" forName="quad1" refType="w" fact="0.71"/>
          <dgm:constr type="ctrY" for="ch" forName="quad1" refType="h" fact="0.29"/>
          <dgm:constr type="w" for="ch" forName="quad2" refType="w" fact="0.39"/>
          <dgm:constr type="h" for="ch" forName="quad2" refType="h" fact="0.39"/>
          <dgm:constr type="ctrX" for="ch" forName="quad2" refType="w" fact="0.29"/>
          <dgm:constr type="ctrY" for="ch" forName="quad2" refType="h" fact="0.29"/>
          <dgm:constr type="w" for="ch" forName="quad3" refType="w" fact="0.39"/>
          <dgm:constr type="h" for="ch" forName="quad3" refType="h" fact="0.39"/>
          <dgm:constr type="ctrX" for="ch" forName="quad3" refType="w" fact="0.71"/>
          <dgm:constr type="ctrY" for="ch" forName="quad3" refType="h" fact="0.71"/>
          <dgm:constr type="w" for="ch" forName="quad4" refType="w" fact="0.39"/>
          <dgm:constr type="h" for="ch" forName="quad4" refType="h" fact="0.39"/>
          <dgm:constr type="ctrX" for="ch" forName="quad4" refType="w" fact="0.29"/>
          <dgm:constr type="ctrY" for="ch" forName="quad4" refType="h" fact="0.71"/>
          <dgm:constr type="primFontSz" for="des" ptType="node" op="equ" val="65"/>
        </dgm:constrLst>
      </dgm:else>
    </dgm:choose>
    <dgm:ruleLst/>
    <dgm:choose name="Name3">
      <dgm:if name="Name4" axis="ch" ptType="node" func="cnt" op="gte" val="1">
        <dgm:layoutNode name="diamond" styleLbl="bgShp">
          <dgm:alg type="sp"/>
          <dgm:shape xmlns:r="http://schemas.openxmlformats.org/officeDocument/2006/relationships" type="diamond" r:blip="">
            <dgm:adjLst/>
          </dgm:shape>
          <dgm:presOf/>
          <dgm:constrLst>
            <dgm:constr type="w" refType="h" op="equ"/>
          </dgm:constrLst>
          <dgm:ruleLst/>
        </dgm:layoutNode>
        <dgm:layoutNode name="quad1">
          <dgm:varLst>
            <dgm:chMax val="0"/>
            <dgm:chPref val="0"/>
            <dgm:bulletEnabled val="1"/>
          </dgm:varLst>
          <dgm:alg type="tx"/>
          <dgm:shape xmlns:r="http://schemas.openxmlformats.org/officeDocument/2006/relationships" type="roundRect" r:blip="">
            <dgm:adjLst/>
          </dgm:shape>
          <dgm:presOf axis="ch desOrSelf" ptType="node node" st="1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quad2">
          <dgm:varLst>
            <dgm:chMax val="0"/>
            <dgm:chPref val="0"/>
            <dgm:bulletEnabled val="1"/>
          </dgm:varLst>
          <dgm:alg type="tx"/>
          <dgm:shape xmlns:r="http://schemas.openxmlformats.org/officeDocument/2006/relationships" type="roundRect" r:blip="">
            <dgm:adjLst/>
          </dgm:shape>
          <dgm:presOf axis="ch desOrSelf" ptType="node node" st="2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quad3">
          <dgm:varLst>
            <dgm:chMax val="0"/>
            <dgm:chPref val="0"/>
            <dgm:bulletEnabled val="1"/>
          </dgm:varLst>
          <dgm:alg type="tx"/>
          <dgm:shape xmlns:r="http://schemas.openxmlformats.org/officeDocument/2006/relationships" type="roundRect" r:blip="">
            <dgm:adjLst/>
          </dgm:shape>
          <dgm:presOf axis="ch desOrSelf" ptType="node node" st="3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quad4">
          <dgm:varLst>
            <dgm:chMax val="0"/>
            <dgm:chPref val="0"/>
            <dgm:bulletEnabled val="1"/>
          </dgm:varLst>
          <dgm:alg type="tx"/>
          <dgm:shape xmlns:r="http://schemas.openxmlformats.org/officeDocument/2006/relationships" type="roundRect" r:blip="">
            <dgm:adjLst/>
          </dgm:shape>
          <dgm:presOf axis="ch desOrSelf" ptType="node node" st="4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5"/>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4C3C3A6-B337-4D83-9CDB-B9C35780FF72}"/>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B1C79A68-3D73-4695-8C1E-3CDBCB536D0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7B97C6B7-F63D-48F8-8C65-A57506B0F13B}" type="datetimeFigureOut">
              <a:rPr lang="en-US" smtClean="0"/>
              <a:t>11/1/2024</a:t>
            </a:fld>
            <a:endParaRPr lang="en-US" dirty="0"/>
          </a:p>
        </p:txBody>
      </p:sp>
      <p:sp>
        <p:nvSpPr>
          <p:cNvPr id="4" name="Footer Placeholder 3">
            <a:extLst>
              <a:ext uri="{FF2B5EF4-FFF2-40B4-BE49-F238E27FC236}">
                <a16:creationId xmlns:a16="http://schemas.microsoft.com/office/drawing/2014/main" id="{3CF5045C-A7CE-41D4-85C5-0E9ACEEF9B28}"/>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D59ABD0F-F8EA-4B9F-8647-FC7D4AE3D834}"/>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24AB78DD-9481-4863-BCCC-946573546DA1}" type="slidenum">
              <a:rPr lang="en-US" smtClean="0"/>
              <a:t>‹#›</a:t>
            </a:fld>
            <a:endParaRPr lang="en-US" dirty="0"/>
          </a:p>
        </p:txBody>
      </p:sp>
    </p:spTree>
    <p:extLst>
      <p:ext uri="{BB962C8B-B14F-4D97-AF65-F5344CB8AC3E}">
        <p14:creationId xmlns:p14="http://schemas.microsoft.com/office/powerpoint/2010/main" val="58504032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C09A0FA-2191-4F92-A1E4-6EB4598AC4EC}" type="datetimeFigureOut">
              <a:rPr lang="en-US" smtClean="0"/>
              <a:t>11/1/2024</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63359F2-43EF-4812-9DC0-98C0B1A40681}" type="slidenum">
              <a:rPr lang="en-US" smtClean="0"/>
              <a:t>‹#›</a:t>
            </a:fld>
            <a:endParaRPr lang="en-US" dirty="0"/>
          </a:p>
        </p:txBody>
      </p:sp>
    </p:spTree>
    <p:extLst>
      <p:ext uri="{BB962C8B-B14F-4D97-AF65-F5344CB8AC3E}">
        <p14:creationId xmlns:p14="http://schemas.microsoft.com/office/powerpoint/2010/main" val="47011160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63359F2-43EF-4812-9DC0-98C0B1A40681}" type="slidenum">
              <a:rPr lang="en-US" smtClean="0"/>
              <a:t>1</a:t>
            </a:fld>
            <a:endParaRPr lang="en-US" dirty="0"/>
          </a:p>
        </p:txBody>
      </p:sp>
    </p:spTree>
    <p:extLst>
      <p:ext uri="{BB962C8B-B14F-4D97-AF65-F5344CB8AC3E}">
        <p14:creationId xmlns:p14="http://schemas.microsoft.com/office/powerpoint/2010/main" val="198352330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63359F2-43EF-4812-9DC0-98C0B1A40681}" type="slidenum">
              <a:rPr lang="en-US" smtClean="0"/>
              <a:t>2</a:t>
            </a:fld>
            <a:endParaRPr lang="en-US" dirty="0"/>
          </a:p>
        </p:txBody>
      </p:sp>
    </p:spTree>
    <p:extLst>
      <p:ext uri="{BB962C8B-B14F-4D97-AF65-F5344CB8AC3E}">
        <p14:creationId xmlns:p14="http://schemas.microsoft.com/office/powerpoint/2010/main" val="97285029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63359F2-43EF-4812-9DC0-98C0B1A40681}" type="slidenum">
              <a:rPr lang="en-US" smtClean="0"/>
              <a:t>3</a:t>
            </a:fld>
            <a:endParaRPr lang="en-US" dirty="0"/>
          </a:p>
        </p:txBody>
      </p:sp>
    </p:spTree>
    <p:extLst>
      <p:ext uri="{BB962C8B-B14F-4D97-AF65-F5344CB8AC3E}">
        <p14:creationId xmlns:p14="http://schemas.microsoft.com/office/powerpoint/2010/main" val="165702711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63359F2-43EF-4812-9DC0-98C0B1A40681}" type="slidenum">
              <a:rPr lang="en-US" smtClean="0"/>
              <a:t>4</a:t>
            </a:fld>
            <a:endParaRPr lang="en-US" dirty="0"/>
          </a:p>
        </p:txBody>
      </p:sp>
    </p:spTree>
    <p:extLst>
      <p:ext uri="{BB962C8B-B14F-4D97-AF65-F5344CB8AC3E}">
        <p14:creationId xmlns:p14="http://schemas.microsoft.com/office/powerpoint/2010/main" val="369028957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63359F2-43EF-4812-9DC0-98C0B1A40681}" type="slidenum">
              <a:rPr lang="en-US" smtClean="0"/>
              <a:t>8</a:t>
            </a:fld>
            <a:endParaRPr lang="en-US" dirty="0"/>
          </a:p>
        </p:txBody>
      </p:sp>
    </p:spTree>
    <p:extLst>
      <p:ext uri="{BB962C8B-B14F-4D97-AF65-F5344CB8AC3E}">
        <p14:creationId xmlns:p14="http://schemas.microsoft.com/office/powerpoint/2010/main" val="204702399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63359F2-43EF-4812-9DC0-98C0B1A40681}" type="slidenum">
              <a:rPr lang="en-US" smtClean="0"/>
              <a:t>9</a:t>
            </a:fld>
            <a:endParaRPr lang="en-US" dirty="0"/>
          </a:p>
        </p:txBody>
      </p:sp>
    </p:spTree>
    <p:extLst>
      <p:ext uri="{BB962C8B-B14F-4D97-AF65-F5344CB8AC3E}">
        <p14:creationId xmlns:p14="http://schemas.microsoft.com/office/powerpoint/2010/main" val="117480385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63359F2-43EF-4812-9DC0-98C0B1A40681}" type="slidenum">
              <a:rPr lang="en-US" smtClean="0"/>
              <a:t>10</a:t>
            </a:fld>
            <a:endParaRPr lang="en-US" dirty="0"/>
          </a:p>
        </p:txBody>
      </p:sp>
    </p:spTree>
    <p:extLst>
      <p:ext uri="{BB962C8B-B14F-4D97-AF65-F5344CB8AC3E}">
        <p14:creationId xmlns:p14="http://schemas.microsoft.com/office/powerpoint/2010/main" val="350967030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63359F2-43EF-4812-9DC0-98C0B1A40681}" type="slidenum">
              <a:rPr lang="en-US" smtClean="0"/>
              <a:t>11</a:t>
            </a:fld>
            <a:endParaRPr lang="en-US" dirty="0"/>
          </a:p>
        </p:txBody>
      </p:sp>
    </p:spTree>
    <p:extLst>
      <p:ext uri="{BB962C8B-B14F-4D97-AF65-F5344CB8AC3E}">
        <p14:creationId xmlns:p14="http://schemas.microsoft.com/office/powerpoint/2010/main" val="180670797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63359F2-43EF-4812-9DC0-98C0B1A40681}" type="slidenum">
              <a:rPr lang="en-US" smtClean="0"/>
              <a:t>12</a:t>
            </a:fld>
            <a:endParaRPr lang="en-US" dirty="0"/>
          </a:p>
        </p:txBody>
      </p:sp>
    </p:spTree>
    <p:extLst>
      <p:ext uri="{BB962C8B-B14F-4D97-AF65-F5344CB8AC3E}">
        <p14:creationId xmlns:p14="http://schemas.microsoft.com/office/powerpoint/2010/main" val="373431974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63359F2-43EF-4812-9DC0-98C0B1A40681}" type="slidenum">
              <a:rPr lang="en-US" smtClean="0"/>
              <a:t>13</a:t>
            </a:fld>
            <a:endParaRPr lang="en-US" dirty="0"/>
          </a:p>
        </p:txBody>
      </p:sp>
    </p:spTree>
    <p:extLst>
      <p:ext uri="{BB962C8B-B14F-4D97-AF65-F5344CB8AC3E}">
        <p14:creationId xmlns:p14="http://schemas.microsoft.com/office/powerpoint/2010/main" val="119346479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446534" y="3085764"/>
            <a:ext cx="11298932" cy="3338149"/>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581191" y="1020431"/>
            <a:ext cx="10993549" cy="1475013"/>
          </a:xfrm>
          <a:effectLst/>
        </p:spPr>
        <p:txBody>
          <a:bodyPr anchor="b">
            <a:normAutofit/>
          </a:bodyPr>
          <a:lstStyle>
            <a:lvl1pPr>
              <a:defRPr sz="3600">
                <a:solidFill>
                  <a:schemeClr val="tx1">
                    <a:lumMod val="75000"/>
                    <a:lumOff val="2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581194" y="2495445"/>
            <a:ext cx="10993546" cy="590321"/>
          </a:xfrm>
        </p:spPr>
        <p:txBody>
          <a:bodyPr anchor="t">
            <a:normAutofit/>
          </a:bodyPr>
          <a:lstStyle>
            <a:lvl1pPr marL="0" indent="0" algn="l">
              <a:buNone/>
              <a:defRPr sz="1600" cap="all">
                <a:solidFill>
                  <a:schemeClr val="accent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8" name="Date Placeholder 7">
            <a:extLst>
              <a:ext uri="{FF2B5EF4-FFF2-40B4-BE49-F238E27FC236}">
                <a16:creationId xmlns:a16="http://schemas.microsoft.com/office/drawing/2014/main" id="{7FA0ACE7-29A8-47D3-A7D9-257B711D8023}"/>
              </a:ext>
            </a:extLst>
          </p:cNvPr>
          <p:cNvSpPr>
            <a:spLocks noGrp="1"/>
          </p:cNvSpPr>
          <p:nvPr>
            <p:ph type="dt" sz="half" idx="10"/>
          </p:nvPr>
        </p:nvSpPr>
        <p:spPr/>
        <p:txBody>
          <a:bodyPr/>
          <a:lstStyle/>
          <a:p>
            <a:r>
              <a:rPr lang="en-US"/>
              <a:t>20XX</a:t>
            </a:r>
            <a:endParaRPr lang="en-US" dirty="0"/>
          </a:p>
        </p:txBody>
      </p:sp>
      <p:sp>
        <p:nvSpPr>
          <p:cNvPr id="9" name="Footer Placeholder 8">
            <a:extLst>
              <a:ext uri="{FF2B5EF4-FFF2-40B4-BE49-F238E27FC236}">
                <a16:creationId xmlns:a16="http://schemas.microsoft.com/office/drawing/2014/main" id="{DEC604B9-52E9-4810-8359-47206518D038}"/>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5898A89F-CA25-400F-B05A-AECBF2517E4F}"/>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476661567"/>
      </p:ext>
    </p:extLst>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581192" y="702156"/>
            <a:ext cx="11029616" cy="1188720"/>
          </a:xfrm>
        </p:spPr>
        <p:txBody>
          <a:bodyPr/>
          <a:lstStyle/>
          <a:p>
            <a:r>
              <a:rPr lang="en-US"/>
              <a:t>Click to edit Master title style</a:t>
            </a:r>
            <a:endParaRPr lang="en-US" dirty="0"/>
          </a:p>
        </p:txBody>
      </p:sp>
      <p:sp>
        <p:nvSpPr>
          <p:cNvPr id="3" name="Content Placeholder 2"/>
          <p:cNvSpPr>
            <a:spLocks noGrp="1"/>
          </p:cNvSpPr>
          <p:nvPr>
            <p:ph idx="1"/>
          </p:nvPr>
        </p:nvSpPr>
        <p:spPr>
          <a:xfrm>
            <a:off x="581192" y="2340864"/>
            <a:ext cx="11029615" cy="363448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Date Placeholder 7">
            <a:extLst>
              <a:ext uri="{FF2B5EF4-FFF2-40B4-BE49-F238E27FC236}">
                <a16:creationId xmlns:a16="http://schemas.microsoft.com/office/drawing/2014/main" id="{770E6237-3456-439F-802D-3BA93FC7E3E5}"/>
              </a:ext>
            </a:extLst>
          </p:cNvPr>
          <p:cNvSpPr>
            <a:spLocks noGrp="1"/>
          </p:cNvSpPr>
          <p:nvPr>
            <p:ph type="dt" sz="half" idx="10"/>
          </p:nvPr>
        </p:nvSpPr>
        <p:spPr/>
        <p:txBody>
          <a:bodyPr/>
          <a:lstStyle/>
          <a:p>
            <a:r>
              <a:rPr lang="en-US"/>
              <a:t>20XX</a:t>
            </a:r>
            <a:endParaRPr lang="en-US" dirty="0"/>
          </a:p>
        </p:txBody>
      </p:sp>
      <p:sp>
        <p:nvSpPr>
          <p:cNvPr id="9" name="Footer Placeholder 8">
            <a:extLst>
              <a:ext uri="{FF2B5EF4-FFF2-40B4-BE49-F238E27FC236}">
                <a16:creationId xmlns:a16="http://schemas.microsoft.com/office/drawing/2014/main" id="{1356D3B5-6063-4A89-B88F-9D3043916FF8}"/>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02B78BF7-69D3-4CE0-A631-50EFD41EEEB8}"/>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559575358"/>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447817" y="5141974"/>
            <a:ext cx="11290860" cy="125882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2393950"/>
            <a:ext cx="11029615" cy="2147467"/>
          </a:xfrm>
        </p:spPr>
        <p:txBody>
          <a:bodyPr anchor="b">
            <a:normAutofit/>
          </a:bodyPr>
          <a:lstStyle>
            <a:lvl1pPr algn="l">
              <a:defRPr sz="3600" b="0" cap="all">
                <a:solidFill>
                  <a:schemeClr val="tx1">
                    <a:lumMod val="75000"/>
                    <a:lumOff val="2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581192" y="4541417"/>
            <a:ext cx="11029615" cy="600556"/>
          </a:xfrm>
        </p:spPr>
        <p:txBody>
          <a:bodyPr anchor="t">
            <a:normAutofit/>
          </a:bodyPr>
          <a:lstStyle>
            <a:lvl1pPr marL="0" indent="0" algn="l">
              <a:buNone/>
              <a:defRPr sz="1800" cap="all">
                <a:solidFill>
                  <a:schemeClr val="accent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7" name="Date Placeholder 6">
            <a:extLst>
              <a:ext uri="{FF2B5EF4-FFF2-40B4-BE49-F238E27FC236}">
                <a16:creationId xmlns:a16="http://schemas.microsoft.com/office/drawing/2014/main" id="{61582016-5696-4A93-887F-BBB3B9002FE5}"/>
              </a:ext>
            </a:extLst>
          </p:cNvPr>
          <p:cNvSpPr>
            <a:spLocks noGrp="1"/>
          </p:cNvSpPr>
          <p:nvPr>
            <p:ph type="dt" sz="half" idx="10"/>
          </p:nvPr>
        </p:nvSpPr>
        <p:spPr/>
        <p:txBody>
          <a:bodyPr/>
          <a:lstStyle/>
          <a:p>
            <a:r>
              <a:rPr lang="en-US"/>
              <a:t>20XX</a:t>
            </a:r>
            <a:endParaRPr lang="en-US" dirty="0"/>
          </a:p>
        </p:txBody>
      </p:sp>
      <p:sp>
        <p:nvSpPr>
          <p:cNvPr id="9" name="Footer Placeholder 8">
            <a:extLst>
              <a:ext uri="{FF2B5EF4-FFF2-40B4-BE49-F238E27FC236}">
                <a16:creationId xmlns:a16="http://schemas.microsoft.com/office/drawing/2014/main" id="{857CFCD5-1192-4E18-8A8F-29E153B44DA4}"/>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E39A109E-5018-4794-92B3-FD5E5BCD95E8}"/>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620148966"/>
      </p:ext>
    </p:extLst>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581193" y="729658"/>
            <a:ext cx="11029616" cy="988332"/>
          </a:xfrm>
        </p:spPr>
        <p:txBody>
          <a:bodyPr/>
          <a:lstStyle/>
          <a:p>
            <a:r>
              <a:rPr lang="en-US"/>
              <a:t>Click to edit Master title style</a:t>
            </a:r>
            <a:endParaRPr lang="en-US" dirty="0"/>
          </a:p>
        </p:txBody>
      </p:sp>
      <p:sp>
        <p:nvSpPr>
          <p:cNvPr id="3" name="Content Placeholder 2"/>
          <p:cNvSpPr>
            <a:spLocks noGrp="1"/>
          </p:cNvSpPr>
          <p:nvPr>
            <p:ph sz="half" idx="1"/>
          </p:nvPr>
        </p:nvSpPr>
        <p:spPr>
          <a:xfrm>
            <a:off x="581193" y="2228003"/>
            <a:ext cx="5194767" cy="363304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416039" y="2228003"/>
            <a:ext cx="5194769" cy="363304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r>
              <a:rPr lang="en-US"/>
              <a:t>20XX</a:t>
            </a:r>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858614927"/>
      </p:ext>
    </p:extLst>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12" name="Title 1"/>
          <p:cNvSpPr>
            <a:spLocks noGrp="1"/>
          </p:cNvSpPr>
          <p:nvPr>
            <p:ph type="title"/>
          </p:nvPr>
        </p:nvSpPr>
        <p:spPr>
          <a:xfrm>
            <a:off x="581193" y="729658"/>
            <a:ext cx="11029616" cy="988332"/>
          </a:xfrm>
        </p:spPr>
        <p:txBody>
          <a:bodyPr/>
          <a:lstStyle/>
          <a:p>
            <a:r>
              <a:rPr lang="en-US"/>
              <a:t>Click to edit Master title style</a:t>
            </a:r>
            <a:endParaRPr lang="en-US" dirty="0"/>
          </a:p>
        </p:txBody>
      </p:sp>
      <p:sp>
        <p:nvSpPr>
          <p:cNvPr id="3" name="Text Placeholder 2"/>
          <p:cNvSpPr>
            <a:spLocks noGrp="1"/>
          </p:cNvSpPr>
          <p:nvPr>
            <p:ph type="body" idx="1"/>
          </p:nvPr>
        </p:nvSpPr>
        <p:spPr>
          <a:xfrm>
            <a:off x="581191" y="2250891"/>
            <a:ext cx="5194769" cy="557784"/>
          </a:xfrm>
        </p:spPr>
        <p:txBody>
          <a:bodyPr anchor="ctr">
            <a:noAutofit/>
          </a:bodyPr>
          <a:lstStyle>
            <a:lvl1pPr marL="0" indent="0">
              <a:buNone/>
              <a:defRPr sz="2000" b="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581194" y="2926052"/>
            <a:ext cx="5194766"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16039" y="2250892"/>
            <a:ext cx="5194770" cy="553373"/>
          </a:xfrm>
        </p:spPr>
        <p:txBody>
          <a:bodyPr anchor="ctr">
            <a:noAutofit/>
          </a:bodyPr>
          <a:lstStyle>
            <a:lvl1pPr marL="0" marR="0" indent="0" algn="l" defTabSz="457200" rtl="0" eaLnBrk="1" fontAlgn="auto" latinLnBrk="0" hangingPunct="1">
              <a:lnSpc>
                <a:spcPct val="100000"/>
              </a:lnSpc>
              <a:spcBef>
                <a:spcPct val="20000"/>
              </a:spcBef>
              <a:spcAft>
                <a:spcPts val="600"/>
              </a:spcAft>
              <a:buClr>
                <a:schemeClr val="accent1"/>
              </a:buClr>
              <a:buSzPct val="92000"/>
              <a:buFont typeface="Wingdings 2" panose="05020102010507070707" pitchFamily="18" charset="2"/>
              <a:buNone/>
              <a:tabLst/>
              <a:defRPr sz="2000" b="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marR="0" lvl="0" indent="0" algn="l" defTabSz="457200" rtl="0" eaLnBrk="1" fontAlgn="auto" latinLnBrk="0" hangingPunct="1">
              <a:lnSpc>
                <a:spcPct val="100000"/>
              </a:lnSpc>
              <a:spcBef>
                <a:spcPct val="20000"/>
              </a:spcBef>
              <a:spcAft>
                <a:spcPts val="600"/>
              </a:spcAft>
              <a:buClr>
                <a:schemeClr val="accent1"/>
              </a:buClr>
              <a:buSzPct val="92000"/>
              <a:buFont typeface="Wingdings 2" panose="05020102010507070707" pitchFamily="18" charset="2"/>
              <a:buNone/>
              <a:tabLst/>
              <a:defRPr/>
            </a:pPr>
            <a:r>
              <a:rPr lang="en-US"/>
              <a:t>Click to edit Master text styles</a:t>
            </a:r>
          </a:p>
        </p:txBody>
      </p:sp>
      <p:sp>
        <p:nvSpPr>
          <p:cNvPr id="6" name="Content Placeholder 5"/>
          <p:cNvSpPr>
            <a:spLocks noGrp="1"/>
          </p:cNvSpPr>
          <p:nvPr>
            <p:ph sz="quarter" idx="4"/>
          </p:nvPr>
        </p:nvSpPr>
        <p:spPr>
          <a:xfrm>
            <a:off x="6416037" y="2926052"/>
            <a:ext cx="5194771"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r>
              <a:rPr lang="en-US"/>
              <a:t>20XX</a:t>
            </a:r>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574915542"/>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8" name="Title 1"/>
          <p:cNvSpPr>
            <a:spLocks noGrp="1"/>
          </p:cNvSpPr>
          <p:nvPr>
            <p:ph type="title"/>
          </p:nvPr>
        </p:nvSpPr>
        <p:spPr>
          <a:xfrm>
            <a:off x="575894" y="729658"/>
            <a:ext cx="11029616" cy="988332"/>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r>
              <a:rPr lang="en-US"/>
              <a:t>20XX</a:t>
            </a:r>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532975325"/>
      </p:ext>
    </p:extLst>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r>
              <a:rPr lang="en-US"/>
              <a:t>20XX</a:t>
            </a:r>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82320135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447817" y="601200"/>
            <a:ext cx="3682723" cy="5815475"/>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767857" y="933450"/>
            <a:ext cx="3031852" cy="1722419"/>
          </a:xfrm>
        </p:spPr>
        <p:txBody>
          <a:bodyPr anchor="b">
            <a:normAutofit/>
          </a:bodyPr>
          <a:lstStyle>
            <a:lvl1pPr algn="l">
              <a:defRPr sz="24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900928" y="1179829"/>
            <a:ext cx="6650991" cy="4658216"/>
          </a:xfrm>
        </p:spPr>
        <p:txBody>
          <a:bodyPr anchor="ctr">
            <a:normAutofit/>
          </a:bodyPr>
          <a:lstStyle>
            <a:lvl1pPr>
              <a:defRPr sz="2000">
                <a:solidFill>
                  <a:schemeClr val="tx2"/>
                </a:solidFill>
              </a:defRPr>
            </a:lvl1pPr>
            <a:lvl2pPr>
              <a:defRPr sz="1800">
                <a:solidFill>
                  <a:schemeClr val="tx2"/>
                </a:solidFill>
              </a:defRPr>
            </a:lvl2pPr>
            <a:lvl3pPr>
              <a:defRPr sz="1600">
                <a:solidFill>
                  <a:schemeClr val="tx2"/>
                </a:solidFill>
              </a:defRPr>
            </a:lvl3pPr>
            <a:lvl4pPr>
              <a:defRPr sz="1400">
                <a:solidFill>
                  <a:schemeClr val="tx2"/>
                </a:solidFill>
              </a:defRPr>
            </a:lvl4pPr>
            <a:lvl5pPr>
              <a:defRPr sz="1400">
                <a:solidFill>
                  <a:schemeClr val="tx2"/>
                </a:solidFill>
              </a:defRPr>
            </a:lvl5pPr>
            <a:lvl6pPr>
              <a:defRPr sz="1400">
                <a:solidFill>
                  <a:schemeClr val="tx2"/>
                </a:solidFill>
              </a:defRPr>
            </a:lvl6pPr>
            <a:lvl7pPr>
              <a:defRPr sz="1400">
                <a:solidFill>
                  <a:schemeClr val="tx2"/>
                </a:solidFill>
              </a:defRPr>
            </a:lvl7pPr>
            <a:lvl8pPr>
              <a:defRPr sz="1400">
                <a:solidFill>
                  <a:schemeClr val="tx2"/>
                </a:solidFill>
              </a:defRPr>
            </a:lvl8pPr>
            <a:lvl9pPr>
              <a:defRPr sz="1400">
                <a:solidFill>
                  <a:schemeClr val="tx2"/>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767857" y="2836654"/>
            <a:ext cx="3031852" cy="3001392"/>
          </a:xfrm>
        </p:spPr>
        <p:txBody>
          <a:bodyPr anchor="t">
            <a:normAutofit/>
          </a:bodyPr>
          <a:lstStyle>
            <a:lvl1pPr marL="0" indent="0" algn="l">
              <a:buNone/>
              <a:defRPr sz="1600">
                <a:solidFill>
                  <a:srgbClr val="FFFFFF"/>
                </a:solidFill>
              </a:defRPr>
            </a:lvl1pPr>
            <a:lvl2pPr marL="457200" indent="0">
              <a:buNone/>
              <a:defRPr sz="11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8" name="Date Placeholder 7">
            <a:extLst>
              <a:ext uri="{FF2B5EF4-FFF2-40B4-BE49-F238E27FC236}">
                <a16:creationId xmlns:a16="http://schemas.microsoft.com/office/drawing/2014/main" id="{0B919CC2-2A65-446F-B538-9E6249035445}"/>
              </a:ext>
            </a:extLst>
          </p:cNvPr>
          <p:cNvSpPr>
            <a:spLocks noGrp="1"/>
          </p:cNvSpPr>
          <p:nvPr>
            <p:ph type="dt" sz="half" idx="10"/>
          </p:nvPr>
        </p:nvSpPr>
        <p:spPr>
          <a:xfrm>
            <a:off x="7605951" y="6456916"/>
            <a:ext cx="2844799" cy="365125"/>
          </a:xfrm>
        </p:spPr>
        <p:txBody>
          <a:bodyPr/>
          <a:lstStyle/>
          <a:p>
            <a:r>
              <a:rPr lang="en-US"/>
              <a:t>20XX</a:t>
            </a:r>
            <a:endParaRPr lang="en-US" dirty="0"/>
          </a:p>
        </p:txBody>
      </p:sp>
      <p:sp>
        <p:nvSpPr>
          <p:cNvPr id="10" name="Footer Placeholder 9">
            <a:extLst>
              <a:ext uri="{FF2B5EF4-FFF2-40B4-BE49-F238E27FC236}">
                <a16:creationId xmlns:a16="http://schemas.microsoft.com/office/drawing/2014/main" id="{B72412AE-119E-4982-8B24-63365EFCA796}"/>
              </a:ext>
            </a:extLst>
          </p:cNvPr>
          <p:cNvSpPr>
            <a:spLocks noGrp="1"/>
          </p:cNvSpPr>
          <p:nvPr>
            <p:ph type="ftr" sz="quarter" idx="11"/>
          </p:nvPr>
        </p:nvSpPr>
        <p:spPr>
          <a:xfrm>
            <a:off x="581192" y="6452590"/>
            <a:ext cx="6917210" cy="365125"/>
          </a:xfrm>
        </p:spPr>
        <p:txBody>
          <a:bodyPr/>
          <a:lstStyle/>
          <a:p>
            <a:endParaRPr lang="en-US" dirty="0"/>
          </a:p>
        </p:txBody>
      </p:sp>
      <p:sp>
        <p:nvSpPr>
          <p:cNvPr id="11" name="Slide Number Placeholder 10">
            <a:extLst>
              <a:ext uri="{FF2B5EF4-FFF2-40B4-BE49-F238E27FC236}">
                <a16:creationId xmlns:a16="http://schemas.microsoft.com/office/drawing/2014/main" id="{7FC4BB19-6AD1-45CF-9F99-00B109890FAB}"/>
              </a:ext>
            </a:extLst>
          </p:cNvPr>
          <p:cNvSpPr>
            <a:spLocks noGrp="1"/>
          </p:cNvSpPr>
          <p:nvPr>
            <p:ph type="sldNum" sz="quarter" idx="12"/>
          </p:nvPr>
        </p:nvSpPr>
        <p:spPr>
          <a:xfrm>
            <a:off x="10558300" y="6456916"/>
            <a:ext cx="1052510" cy="365125"/>
          </a:xfrm>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549890775"/>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81193" y="4693389"/>
            <a:ext cx="11029616" cy="566738"/>
          </a:xfrm>
        </p:spPr>
        <p:txBody>
          <a:bodyPr anchor="b">
            <a:normAutofit/>
          </a:bodyPr>
          <a:lstStyle>
            <a:lvl1pPr algn="l">
              <a:defRPr sz="2400" b="0">
                <a:solidFill>
                  <a:schemeClr val="tx1">
                    <a:lumMod val="75000"/>
                    <a:lumOff val="25000"/>
                  </a:schemeClr>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447817" y="641350"/>
            <a:ext cx="11290859" cy="3651249"/>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581192" y="5260127"/>
            <a:ext cx="11029617" cy="998148"/>
          </a:xfrm>
        </p:spPr>
        <p:txBody>
          <a:bodyPr anchor="t">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r>
              <a:rPr lang="en-US"/>
              <a:t>20XX</a:t>
            </a:r>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24586436"/>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9" name="Title 1"/>
          <p:cNvSpPr>
            <a:spLocks noGrp="1"/>
          </p:cNvSpPr>
          <p:nvPr>
            <p:ph type="title"/>
          </p:nvPr>
        </p:nvSpPr>
        <p:spPr>
          <a:xfrm>
            <a:off x="581192" y="702156"/>
            <a:ext cx="11029616" cy="1013800"/>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r>
              <a:rPr lang="en-US"/>
              <a:t>20XX</a:t>
            </a:r>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908733011"/>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8058151" y="599725"/>
            <a:ext cx="3687316" cy="5816950"/>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8204200" y="863600"/>
            <a:ext cx="3124200" cy="4807326"/>
          </a:xfrm>
        </p:spPr>
        <p:txBody>
          <a:bodyPr vert="eaVert" anchor="ctr"/>
          <a:lstStyle>
            <a:lvl1pPr>
              <a:defRPr>
                <a:solidFill>
                  <a:srgbClr val="FFFFFF"/>
                </a:solidFil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774923" y="863600"/>
            <a:ext cx="7161625" cy="4807326"/>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Rectangle 7">
            <a:extLst>
              <a:ext uri="{FF2B5EF4-FFF2-40B4-BE49-F238E27FC236}">
                <a16:creationId xmlns:a16="http://schemas.microsoft.com/office/drawing/2014/main" id="{F6423B97-A5D4-47B9-8861-73B3707A04CF}"/>
              </a:ext>
            </a:extLst>
          </p:cNvPr>
          <p:cNvSpPr/>
          <p:nvPr/>
        </p:nvSpPr>
        <p:spPr>
          <a:xfrm>
            <a:off x="446534" y="457200"/>
            <a:ext cx="3703320" cy="94997"/>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9" name="Rectangle 8">
            <a:extLst>
              <a:ext uri="{FF2B5EF4-FFF2-40B4-BE49-F238E27FC236}">
                <a16:creationId xmlns:a16="http://schemas.microsoft.com/office/drawing/2014/main" id="{1AEC0421-37B4-4481-A10D-69FDF5EC7909}"/>
              </a:ext>
            </a:extLst>
          </p:cNvPr>
          <p:cNvSpPr/>
          <p:nvPr/>
        </p:nvSpPr>
        <p:spPr>
          <a:xfrm>
            <a:off x="8042147" y="453643"/>
            <a:ext cx="3703320" cy="98554"/>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a:extLst>
              <a:ext uri="{FF2B5EF4-FFF2-40B4-BE49-F238E27FC236}">
                <a16:creationId xmlns:a16="http://schemas.microsoft.com/office/drawing/2014/main" id="{5F7265B5-9F97-4F1E-99E9-74F7B7E62337}"/>
              </a:ext>
            </a:extLst>
          </p:cNvPr>
          <p:cNvSpPr/>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1" name="Date Placeholder 10">
            <a:extLst>
              <a:ext uri="{FF2B5EF4-FFF2-40B4-BE49-F238E27FC236}">
                <a16:creationId xmlns:a16="http://schemas.microsoft.com/office/drawing/2014/main" id="{5C74A470-3BD3-4F33-80E5-67E6E87FCBE7}"/>
              </a:ext>
            </a:extLst>
          </p:cNvPr>
          <p:cNvSpPr>
            <a:spLocks noGrp="1"/>
          </p:cNvSpPr>
          <p:nvPr>
            <p:ph type="dt" sz="half" idx="10"/>
          </p:nvPr>
        </p:nvSpPr>
        <p:spPr/>
        <p:txBody>
          <a:bodyPr/>
          <a:lstStyle/>
          <a:p>
            <a:r>
              <a:rPr lang="en-US"/>
              <a:t>20XX</a:t>
            </a:r>
            <a:endParaRPr lang="en-US" dirty="0"/>
          </a:p>
        </p:txBody>
      </p:sp>
      <p:sp>
        <p:nvSpPr>
          <p:cNvPr id="12" name="Footer Placeholder 11">
            <a:extLst>
              <a:ext uri="{FF2B5EF4-FFF2-40B4-BE49-F238E27FC236}">
                <a16:creationId xmlns:a16="http://schemas.microsoft.com/office/drawing/2014/main" id="{9A3A30BA-DB50-4D7D-BCDE-17D20FB354DF}"/>
              </a:ext>
            </a:extLst>
          </p:cNvPr>
          <p:cNvSpPr>
            <a:spLocks noGrp="1"/>
          </p:cNvSpPr>
          <p:nvPr>
            <p:ph type="ftr" sz="quarter" idx="11"/>
          </p:nvPr>
        </p:nvSpPr>
        <p:spPr/>
        <p:txBody>
          <a:bodyPr/>
          <a:lstStyle/>
          <a:p>
            <a:endParaRPr lang="en-US" dirty="0"/>
          </a:p>
        </p:txBody>
      </p:sp>
      <p:sp>
        <p:nvSpPr>
          <p:cNvPr id="13" name="Slide Number Placeholder 12">
            <a:extLst>
              <a:ext uri="{FF2B5EF4-FFF2-40B4-BE49-F238E27FC236}">
                <a16:creationId xmlns:a16="http://schemas.microsoft.com/office/drawing/2014/main" id="{76FF9E58-C0B2-436B-A21C-DB45A00D6515}"/>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150398872"/>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Title">
    <p:spTree>
      <p:nvGrpSpPr>
        <p:cNvPr id="1" name=""/>
        <p:cNvGrpSpPr/>
        <p:nvPr/>
      </p:nvGrpSpPr>
      <p:grpSpPr>
        <a:xfrm>
          <a:off x="0" y="0"/>
          <a:ext cx="0" cy="0"/>
          <a:chOff x="0" y="0"/>
          <a:chExt cx="0" cy="0"/>
        </a:xfrm>
      </p:grpSpPr>
      <p:sp>
        <p:nvSpPr>
          <p:cNvPr id="15" name="Title 1">
            <a:extLst>
              <a:ext uri="{FF2B5EF4-FFF2-40B4-BE49-F238E27FC236}">
                <a16:creationId xmlns:a16="http://schemas.microsoft.com/office/drawing/2014/main" id="{31937252-EACE-4232-855F-5C47E3F8B087}"/>
              </a:ext>
            </a:extLst>
          </p:cNvPr>
          <p:cNvSpPr>
            <a:spLocks noGrp="1"/>
          </p:cNvSpPr>
          <p:nvPr>
            <p:ph type="ctrTitle" hasCustomPrompt="1"/>
          </p:nvPr>
        </p:nvSpPr>
        <p:spPr>
          <a:xfrm>
            <a:off x="457200" y="1070901"/>
            <a:ext cx="11265407" cy="1499616"/>
          </a:xfrm>
        </p:spPr>
        <p:txBody>
          <a:bodyPr>
            <a:noAutofit/>
          </a:bodyPr>
          <a:lstStyle>
            <a:lvl1pPr>
              <a:defRPr/>
            </a:lvl1pPr>
          </a:lstStyle>
          <a:p>
            <a:r>
              <a:rPr lang="en-US" dirty="0"/>
              <a:t>Click to add title</a:t>
            </a:r>
          </a:p>
        </p:txBody>
      </p:sp>
      <p:sp>
        <p:nvSpPr>
          <p:cNvPr id="25" name="Picture Placeholder 24">
            <a:extLst>
              <a:ext uri="{FF2B5EF4-FFF2-40B4-BE49-F238E27FC236}">
                <a16:creationId xmlns:a16="http://schemas.microsoft.com/office/drawing/2014/main" id="{CBA6DBC1-39A1-48A6-8B81-3CD966D06E81}"/>
              </a:ext>
            </a:extLst>
          </p:cNvPr>
          <p:cNvSpPr>
            <a:spLocks noGrp="1"/>
          </p:cNvSpPr>
          <p:nvPr>
            <p:ph type="pic" sz="quarter" idx="13" hasCustomPrompt="1"/>
          </p:nvPr>
        </p:nvSpPr>
        <p:spPr>
          <a:xfrm>
            <a:off x="448055" y="3103684"/>
            <a:ext cx="11274551" cy="3287971"/>
          </a:xfrm>
          <a:solidFill>
            <a:schemeClr val="accent2"/>
          </a:solidFill>
        </p:spPr>
        <p:txBody>
          <a:bodyPr anchor="t" anchorCtr="0">
            <a:normAutofit/>
          </a:bodyPr>
          <a:lstStyle>
            <a:lvl1pPr marL="0" indent="0" algn="ctr">
              <a:buNone/>
              <a:defRPr/>
            </a:lvl1pPr>
          </a:lstStyle>
          <a:p>
            <a:r>
              <a:rPr lang="en-US" dirty="0"/>
              <a:t>Click to add picture</a:t>
            </a:r>
          </a:p>
        </p:txBody>
      </p:sp>
    </p:spTree>
    <p:extLst>
      <p:ext uri="{BB962C8B-B14F-4D97-AF65-F5344CB8AC3E}">
        <p14:creationId xmlns:p14="http://schemas.microsoft.com/office/powerpoint/2010/main" val="222819590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Agenda">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6926BD44-2224-46FF-A4E7-9C9FFE19726B}"/>
              </a:ext>
            </a:extLst>
          </p:cNvPr>
          <p:cNvSpPr>
            <a:spLocks noGrp="1"/>
          </p:cNvSpPr>
          <p:nvPr>
            <p:ph type="title"/>
          </p:nvPr>
        </p:nvSpPr>
        <p:spPr>
          <a:xfrm>
            <a:off x="457200" y="640079"/>
            <a:ext cx="3657600" cy="2100851"/>
          </a:xfrm>
        </p:spPr>
        <p:txBody>
          <a:bodyPr>
            <a:noAutofit/>
          </a:bodyPr>
          <a:lstStyle>
            <a:lvl1pPr>
              <a:defRPr/>
            </a:lvl1pPr>
          </a:lstStyle>
          <a:p>
            <a:r>
              <a:rPr lang="en-US"/>
              <a:t>Click to edit Master title style</a:t>
            </a:r>
            <a:endParaRPr lang="en-US" dirty="0"/>
          </a:p>
        </p:txBody>
      </p:sp>
      <p:sp>
        <p:nvSpPr>
          <p:cNvPr id="2" name="Content Placeholder 5">
            <a:extLst>
              <a:ext uri="{FF2B5EF4-FFF2-40B4-BE49-F238E27FC236}">
                <a16:creationId xmlns:a16="http://schemas.microsoft.com/office/drawing/2014/main" id="{FC87D77D-2EA4-028B-1ACF-E1120CE8F0E0}"/>
              </a:ext>
            </a:extLst>
          </p:cNvPr>
          <p:cNvSpPr>
            <a:spLocks noGrp="1"/>
          </p:cNvSpPr>
          <p:nvPr>
            <p:ph sz="quarter" idx="4" hasCustomPrompt="1"/>
          </p:nvPr>
        </p:nvSpPr>
        <p:spPr>
          <a:xfrm>
            <a:off x="457201" y="2862470"/>
            <a:ext cx="3657600" cy="3510898"/>
          </a:xfrm>
        </p:spPr>
        <p:txBody>
          <a:bodyPr anchor="t" anchorCtr="0">
            <a:normAutofit/>
          </a:bodyPr>
          <a:lstStyle>
            <a:lvl1pPr marL="0" indent="0">
              <a:buNone/>
              <a:defRPr/>
            </a:lvl1pPr>
          </a:lstStyle>
          <a:p>
            <a:pPr lvl="0"/>
            <a:r>
              <a:rPr lang="en-US" dirty="0"/>
              <a:t>Click to add text </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Picture Placeholder 3">
            <a:extLst>
              <a:ext uri="{FF2B5EF4-FFF2-40B4-BE49-F238E27FC236}">
                <a16:creationId xmlns:a16="http://schemas.microsoft.com/office/drawing/2014/main" id="{CCFA45C0-9EBE-13AF-9B5D-9D5F4BF223E0}"/>
              </a:ext>
            </a:extLst>
          </p:cNvPr>
          <p:cNvSpPr>
            <a:spLocks noGrp="1"/>
          </p:cNvSpPr>
          <p:nvPr>
            <p:ph type="pic" sz="quarter" idx="13" hasCustomPrompt="1"/>
          </p:nvPr>
        </p:nvSpPr>
        <p:spPr>
          <a:xfrm>
            <a:off x="4242815" y="640080"/>
            <a:ext cx="7491984" cy="5751576"/>
          </a:xfrm>
          <a:custGeom>
            <a:avLst/>
            <a:gdLst>
              <a:gd name="connsiteX0" fmla="*/ 3800341 w 7491984"/>
              <a:gd name="connsiteY0" fmla="*/ 0 h 5751576"/>
              <a:gd name="connsiteX1" fmla="*/ 7491984 w 7491984"/>
              <a:gd name="connsiteY1" fmla="*/ 0 h 5751576"/>
              <a:gd name="connsiteX2" fmla="*/ 7491984 w 7491984"/>
              <a:gd name="connsiteY2" fmla="*/ 5751576 h 5751576"/>
              <a:gd name="connsiteX3" fmla="*/ 3800341 w 7491984"/>
              <a:gd name="connsiteY3" fmla="*/ 5751576 h 5751576"/>
              <a:gd name="connsiteX4" fmla="*/ 0 w 7491984"/>
              <a:gd name="connsiteY4" fmla="*/ 0 h 5751576"/>
              <a:gd name="connsiteX5" fmla="*/ 3696432 w 7491984"/>
              <a:gd name="connsiteY5" fmla="*/ 0 h 5751576"/>
              <a:gd name="connsiteX6" fmla="*/ 3696432 w 7491984"/>
              <a:gd name="connsiteY6" fmla="*/ 5751576 h 5751576"/>
              <a:gd name="connsiteX7" fmla="*/ 0 w 7491984"/>
              <a:gd name="connsiteY7" fmla="*/ 5751576 h 57515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491984" h="5751576">
                <a:moveTo>
                  <a:pt x="3800341" y="0"/>
                </a:moveTo>
                <a:lnTo>
                  <a:pt x="7491984" y="0"/>
                </a:lnTo>
                <a:lnTo>
                  <a:pt x="7491984" y="5751576"/>
                </a:lnTo>
                <a:lnTo>
                  <a:pt x="3800341" y="5751576"/>
                </a:lnTo>
                <a:close/>
                <a:moveTo>
                  <a:pt x="0" y="0"/>
                </a:moveTo>
                <a:lnTo>
                  <a:pt x="3696432" y="0"/>
                </a:lnTo>
                <a:lnTo>
                  <a:pt x="3696432" y="5751576"/>
                </a:lnTo>
                <a:lnTo>
                  <a:pt x="0" y="5751576"/>
                </a:lnTo>
                <a:close/>
              </a:path>
            </a:pathLst>
          </a:custGeom>
          <a:solidFill>
            <a:schemeClr val="accent2"/>
          </a:solidFill>
        </p:spPr>
        <p:txBody>
          <a:bodyPr wrap="square" anchor="t" anchorCtr="0">
            <a:noAutofit/>
          </a:bodyPr>
          <a:lstStyle>
            <a:lvl1pPr marL="0" indent="0" algn="ctr">
              <a:buNone/>
              <a:defRPr/>
            </a:lvl1pPr>
          </a:lstStyle>
          <a:p>
            <a:r>
              <a:rPr lang="en-US" dirty="0"/>
              <a:t>Click to add picture</a:t>
            </a:r>
          </a:p>
        </p:txBody>
      </p:sp>
      <p:sp>
        <p:nvSpPr>
          <p:cNvPr id="9" name="Date Placeholder 8">
            <a:extLst>
              <a:ext uri="{FF2B5EF4-FFF2-40B4-BE49-F238E27FC236}">
                <a16:creationId xmlns:a16="http://schemas.microsoft.com/office/drawing/2014/main" id="{D5DDC5FA-EEDB-898F-533E-4094ADA899B9}"/>
              </a:ext>
            </a:extLst>
          </p:cNvPr>
          <p:cNvSpPr>
            <a:spLocks noGrp="1"/>
          </p:cNvSpPr>
          <p:nvPr>
            <p:ph type="dt" sz="half" idx="15"/>
          </p:nvPr>
        </p:nvSpPr>
        <p:spPr/>
        <p:txBody>
          <a:bodyPr/>
          <a:lstStyle/>
          <a:p>
            <a:r>
              <a:rPr lang="en-US"/>
              <a:t>20XX</a:t>
            </a:r>
            <a:endParaRPr lang="en-US" dirty="0"/>
          </a:p>
        </p:txBody>
      </p:sp>
      <p:sp>
        <p:nvSpPr>
          <p:cNvPr id="12" name="Footer Placeholder 11">
            <a:extLst>
              <a:ext uri="{FF2B5EF4-FFF2-40B4-BE49-F238E27FC236}">
                <a16:creationId xmlns:a16="http://schemas.microsoft.com/office/drawing/2014/main" id="{E79B0359-4B55-D899-E584-A8E6B2ED9123}"/>
              </a:ext>
            </a:extLst>
          </p:cNvPr>
          <p:cNvSpPr>
            <a:spLocks noGrp="1"/>
          </p:cNvSpPr>
          <p:nvPr>
            <p:ph type="ftr" sz="quarter" idx="16"/>
          </p:nvPr>
        </p:nvSpPr>
        <p:spPr/>
        <p:txBody>
          <a:bodyPr/>
          <a:lstStyle/>
          <a:p>
            <a:endParaRPr lang="en-US" dirty="0"/>
          </a:p>
        </p:txBody>
      </p:sp>
      <p:sp>
        <p:nvSpPr>
          <p:cNvPr id="13" name="Slide Number Placeholder 12">
            <a:extLst>
              <a:ext uri="{FF2B5EF4-FFF2-40B4-BE49-F238E27FC236}">
                <a16:creationId xmlns:a16="http://schemas.microsoft.com/office/drawing/2014/main" id="{6B916D02-76FE-EAED-CC51-A50448811F7D}"/>
              </a:ext>
            </a:extLst>
          </p:cNvPr>
          <p:cNvSpPr>
            <a:spLocks noGrp="1"/>
          </p:cNvSpPr>
          <p:nvPr>
            <p:ph type="sldNum" sz="quarter" idx="17"/>
          </p:nvPr>
        </p:nvSpPr>
        <p:spPr>
          <a:xfrm>
            <a:off x="10682289" y="6423914"/>
            <a:ext cx="1052510" cy="365125"/>
          </a:xfrm>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10341733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Title + sub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772C41-A024-2F33-1F04-21E003FA7291}"/>
              </a:ext>
            </a:extLst>
          </p:cNvPr>
          <p:cNvSpPr>
            <a:spLocks noGrp="1"/>
          </p:cNvSpPr>
          <p:nvPr>
            <p:ph type="ctrTitle"/>
          </p:nvPr>
        </p:nvSpPr>
        <p:spPr>
          <a:xfrm>
            <a:off x="1524000" y="1143000"/>
            <a:ext cx="9144000" cy="2585720"/>
          </a:xfrm>
        </p:spPr>
        <p:txBody>
          <a:bodyPr anchor="b">
            <a:noAutofit/>
          </a:bodyPr>
          <a:lstStyle>
            <a:lvl1pPr algn="ctr">
              <a:defRPr sz="40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473BC2DF-9C2A-052C-AD2C-0A8ABAA50374}"/>
              </a:ext>
            </a:extLst>
          </p:cNvPr>
          <p:cNvSpPr>
            <a:spLocks noGrp="1"/>
          </p:cNvSpPr>
          <p:nvPr>
            <p:ph type="subTitle" idx="1"/>
          </p:nvPr>
        </p:nvSpPr>
        <p:spPr>
          <a:xfrm>
            <a:off x="1524000" y="3799840"/>
            <a:ext cx="9144000" cy="2052320"/>
          </a:xfrm>
        </p:spPr>
        <p:txBody>
          <a:bodyPr anchor="t">
            <a:noAutofit/>
          </a:bodyPr>
          <a:lstStyle>
            <a:lvl1pPr marL="0" indent="0" algn="ctr">
              <a:buNone/>
              <a:defRPr sz="1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Tree>
    <p:extLst>
      <p:ext uri="{BB962C8B-B14F-4D97-AF65-F5344CB8AC3E}">
        <p14:creationId xmlns:p14="http://schemas.microsoft.com/office/powerpoint/2010/main" val="412968537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Two Content 1">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57200" y="690880"/>
            <a:ext cx="11267440" cy="1143000"/>
          </a:xfrm>
        </p:spPr>
        <p:txBody>
          <a:bodyPr/>
          <a:lstStyle>
            <a:lvl1pPr>
              <a:defRPr/>
            </a:lvl1pPr>
          </a:lstStyle>
          <a:p>
            <a:r>
              <a:rPr lang="en-US" dirty="0"/>
              <a:t>Click to add title</a:t>
            </a:r>
          </a:p>
        </p:txBody>
      </p:sp>
      <p:sp>
        <p:nvSpPr>
          <p:cNvPr id="9" name="Content Placeholder 3">
            <a:extLst>
              <a:ext uri="{FF2B5EF4-FFF2-40B4-BE49-F238E27FC236}">
                <a16:creationId xmlns:a16="http://schemas.microsoft.com/office/drawing/2014/main" id="{ECA520B1-DC84-A47D-1F5E-CCD567EB2D86}"/>
              </a:ext>
            </a:extLst>
          </p:cNvPr>
          <p:cNvSpPr>
            <a:spLocks noGrp="1"/>
          </p:cNvSpPr>
          <p:nvPr>
            <p:ph sz="half" idx="13" hasCustomPrompt="1"/>
          </p:nvPr>
        </p:nvSpPr>
        <p:spPr>
          <a:xfrm>
            <a:off x="457200" y="2187362"/>
            <a:ext cx="3657600" cy="3633047"/>
          </a:xfrm>
        </p:spPr>
        <p:txBody>
          <a:bodyPr anchor="t">
            <a:normAutofit/>
          </a:bodyPr>
          <a:lstStyle>
            <a:lvl1pPr marL="342900" indent="-342900">
              <a:buFont typeface="+mj-lt"/>
              <a:buAutoNum type="arabicPeriod"/>
              <a:defRPr sz="1800"/>
            </a:lvl1pPr>
            <a:lvl2pPr marL="914400" indent="-342900">
              <a:buFont typeface="+mj-lt"/>
              <a:buAutoNum type="alphaLcPeriod"/>
              <a:defRPr sz="1800"/>
            </a:lvl2pPr>
            <a:lvl3pPr marL="1371600" indent="-342900">
              <a:buFont typeface="+mj-lt"/>
              <a:buAutoNum type="arabicPeriod"/>
              <a:defRPr sz="1800"/>
            </a:lvl3pPr>
            <a:lvl4pPr marL="1600200" indent="-342900">
              <a:buFont typeface="+mj-lt"/>
              <a:buAutoNum type="alphaLcParenR"/>
              <a:defRPr sz="1800"/>
            </a:lvl4pPr>
            <a:lvl5pPr marL="2057400" indent="-400050">
              <a:buFont typeface="+mj-lt"/>
              <a:buAutoNum type="romanLcPeriod"/>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hasCustomPrompt="1"/>
          </p:nvPr>
        </p:nvSpPr>
        <p:spPr>
          <a:xfrm>
            <a:off x="4282437" y="2187361"/>
            <a:ext cx="7442203" cy="3633047"/>
          </a:xfrm>
        </p:spPr>
        <p:txBody>
          <a:bodyPr anchor="t">
            <a:normAutofit/>
          </a:bodyPr>
          <a:lstStyle>
            <a:lvl1pPr marL="0" indent="0">
              <a:buNone/>
              <a:defRPr sz="1800"/>
            </a:lvl1pPr>
            <a:lvl2pPr marL="0">
              <a:defRPr sz="1800"/>
            </a:lvl2pPr>
            <a:lvl3pPr marL="548640">
              <a:defRPr sz="1800"/>
            </a:lvl3pPr>
            <a:lvl4pPr marL="822960">
              <a:defRPr sz="1800"/>
            </a:lvl4pPr>
            <a:lvl5pPr marL="1097280">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5"/>
          <p:cNvSpPr>
            <a:spLocks noGrp="1"/>
          </p:cNvSpPr>
          <p:nvPr>
            <p:ph type="ftr" sz="quarter" idx="11"/>
          </p:nvPr>
        </p:nvSpPr>
        <p:spPr>
          <a:xfrm>
            <a:off x="457200" y="6423914"/>
            <a:ext cx="7041202" cy="365125"/>
          </a:xfrm>
        </p:spPr>
        <p:txBody>
          <a:bodyPr/>
          <a:lstStyle/>
          <a:p>
            <a:endParaRPr lang="en-US" dirty="0"/>
          </a:p>
        </p:txBody>
      </p:sp>
      <p:sp>
        <p:nvSpPr>
          <p:cNvPr id="5" name="Date Placeholder 4"/>
          <p:cNvSpPr>
            <a:spLocks noGrp="1"/>
          </p:cNvSpPr>
          <p:nvPr>
            <p:ph type="dt" sz="half" idx="10"/>
          </p:nvPr>
        </p:nvSpPr>
        <p:spPr/>
        <p:txBody>
          <a:bodyPr/>
          <a:lstStyle/>
          <a:p>
            <a:r>
              <a:rPr lang="en-US"/>
              <a:t>20XX</a:t>
            </a:r>
            <a:endParaRPr lang="en-US" dirty="0"/>
          </a:p>
        </p:txBody>
      </p:sp>
      <p:sp>
        <p:nvSpPr>
          <p:cNvPr id="7" name="Slide Number Placeholder 6"/>
          <p:cNvSpPr>
            <a:spLocks noGrp="1"/>
          </p:cNvSpPr>
          <p:nvPr>
            <p:ph type="sldNum" sz="quarter" idx="12"/>
          </p:nvPr>
        </p:nvSpPr>
        <p:spPr>
          <a:xfrm>
            <a:off x="10558300" y="6423914"/>
            <a:ext cx="1166340" cy="365125"/>
          </a:xfrm>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00983384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Title + subtitle + pictur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772C41-A024-2F33-1F04-21E003FA7291}"/>
              </a:ext>
            </a:extLst>
          </p:cNvPr>
          <p:cNvSpPr>
            <a:spLocks noGrp="1"/>
          </p:cNvSpPr>
          <p:nvPr>
            <p:ph type="ctrTitle"/>
          </p:nvPr>
        </p:nvSpPr>
        <p:spPr>
          <a:xfrm>
            <a:off x="6108219" y="741363"/>
            <a:ext cx="5626579" cy="1286219"/>
          </a:xfrm>
        </p:spPr>
        <p:txBody>
          <a:bodyPr anchor="b">
            <a:noAutofit/>
          </a:bodyPr>
          <a:lstStyle>
            <a:lvl1pPr algn="l">
              <a:defRPr sz="2800"/>
            </a:lvl1pPr>
          </a:lstStyle>
          <a:p>
            <a:r>
              <a:rPr lang="en-US"/>
              <a:t>Click to edit Master title style</a:t>
            </a:r>
            <a:endParaRPr lang="en-US" dirty="0"/>
          </a:p>
        </p:txBody>
      </p:sp>
      <p:sp>
        <p:nvSpPr>
          <p:cNvPr id="8" name="Picture Placeholder 7">
            <a:extLst>
              <a:ext uri="{FF2B5EF4-FFF2-40B4-BE49-F238E27FC236}">
                <a16:creationId xmlns:a16="http://schemas.microsoft.com/office/drawing/2014/main" id="{FCBE840D-FAED-31D9-AF31-112670D0FA2E}"/>
              </a:ext>
            </a:extLst>
          </p:cNvPr>
          <p:cNvSpPr>
            <a:spLocks noGrp="1"/>
          </p:cNvSpPr>
          <p:nvPr>
            <p:ph type="pic" sz="quarter" idx="13"/>
          </p:nvPr>
        </p:nvSpPr>
        <p:spPr>
          <a:xfrm>
            <a:off x="457200" y="761684"/>
            <a:ext cx="5171440" cy="5662230"/>
          </a:xfrm>
          <a:custGeom>
            <a:avLst/>
            <a:gdLst>
              <a:gd name="connsiteX0" fmla="*/ 0 w 5171440"/>
              <a:gd name="connsiteY0" fmla="*/ 5056400 h 5662230"/>
              <a:gd name="connsiteX1" fmla="*/ 3685975 w 5171440"/>
              <a:gd name="connsiteY1" fmla="*/ 5056400 h 5662230"/>
              <a:gd name="connsiteX2" fmla="*/ 3685975 w 5171440"/>
              <a:gd name="connsiteY2" fmla="*/ 5662230 h 5662230"/>
              <a:gd name="connsiteX3" fmla="*/ 0 w 5171440"/>
              <a:gd name="connsiteY3" fmla="*/ 5662230 h 5662230"/>
              <a:gd name="connsiteX4" fmla="*/ 3789884 w 5171440"/>
              <a:gd name="connsiteY4" fmla="*/ 0 h 5662230"/>
              <a:gd name="connsiteX5" fmla="*/ 5171440 w 5171440"/>
              <a:gd name="connsiteY5" fmla="*/ 0 h 5662230"/>
              <a:gd name="connsiteX6" fmla="*/ 5171440 w 5171440"/>
              <a:gd name="connsiteY6" fmla="*/ 5662230 h 5662230"/>
              <a:gd name="connsiteX7" fmla="*/ 3789884 w 5171440"/>
              <a:gd name="connsiteY7" fmla="*/ 5662230 h 5662230"/>
              <a:gd name="connsiteX8" fmla="*/ 3789884 w 5171440"/>
              <a:gd name="connsiteY8" fmla="*/ 5056400 h 5662230"/>
              <a:gd name="connsiteX9" fmla="*/ 5168980 w 5171440"/>
              <a:gd name="connsiteY9" fmla="*/ 5056400 h 5662230"/>
              <a:gd name="connsiteX10" fmla="*/ 5168980 w 5171440"/>
              <a:gd name="connsiteY10" fmla="*/ 4956108 h 5662230"/>
              <a:gd name="connsiteX11" fmla="*/ 3789884 w 5171440"/>
              <a:gd name="connsiteY11" fmla="*/ 4956108 h 5662230"/>
              <a:gd name="connsiteX12" fmla="*/ 0 w 5171440"/>
              <a:gd name="connsiteY12" fmla="*/ 0 h 5662230"/>
              <a:gd name="connsiteX13" fmla="*/ 3685975 w 5171440"/>
              <a:gd name="connsiteY13" fmla="*/ 0 h 5662230"/>
              <a:gd name="connsiteX14" fmla="*/ 3685975 w 5171440"/>
              <a:gd name="connsiteY14" fmla="*/ 4956108 h 5662230"/>
              <a:gd name="connsiteX15" fmla="*/ 0 w 5171440"/>
              <a:gd name="connsiteY15" fmla="*/ 4956108 h 56622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171440" h="5662230">
                <a:moveTo>
                  <a:pt x="0" y="5056400"/>
                </a:moveTo>
                <a:lnTo>
                  <a:pt x="3685975" y="5056400"/>
                </a:lnTo>
                <a:lnTo>
                  <a:pt x="3685975" y="5662230"/>
                </a:lnTo>
                <a:lnTo>
                  <a:pt x="0" y="5662230"/>
                </a:lnTo>
                <a:close/>
                <a:moveTo>
                  <a:pt x="3789884" y="0"/>
                </a:moveTo>
                <a:lnTo>
                  <a:pt x="5171440" y="0"/>
                </a:lnTo>
                <a:lnTo>
                  <a:pt x="5171440" y="5662230"/>
                </a:lnTo>
                <a:lnTo>
                  <a:pt x="3789884" y="5662230"/>
                </a:lnTo>
                <a:lnTo>
                  <a:pt x="3789884" y="5056400"/>
                </a:lnTo>
                <a:lnTo>
                  <a:pt x="5168980" y="5056400"/>
                </a:lnTo>
                <a:lnTo>
                  <a:pt x="5168980" y="4956108"/>
                </a:lnTo>
                <a:lnTo>
                  <a:pt x="3789884" y="4956108"/>
                </a:lnTo>
                <a:close/>
                <a:moveTo>
                  <a:pt x="0" y="0"/>
                </a:moveTo>
                <a:lnTo>
                  <a:pt x="3685975" y="0"/>
                </a:lnTo>
                <a:lnTo>
                  <a:pt x="3685975" y="4956108"/>
                </a:lnTo>
                <a:lnTo>
                  <a:pt x="0" y="4956108"/>
                </a:lnTo>
                <a:close/>
              </a:path>
            </a:pathLst>
          </a:custGeom>
          <a:solidFill>
            <a:schemeClr val="accent2"/>
          </a:solidFill>
        </p:spPr>
        <p:txBody>
          <a:bodyPr wrap="square">
            <a:noAutofit/>
          </a:bodyPr>
          <a:lstStyle/>
          <a:p>
            <a:r>
              <a:rPr lang="en-US"/>
              <a:t>Click icon to add picture</a:t>
            </a:r>
            <a:endParaRPr lang="en-US" dirty="0"/>
          </a:p>
        </p:txBody>
      </p:sp>
      <p:sp>
        <p:nvSpPr>
          <p:cNvPr id="10" name="Content Placeholder 2">
            <a:extLst>
              <a:ext uri="{FF2B5EF4-FFF2-40B4-BE49-F238E27FC236}">
                <a16:creationId xmlns:a16="http://schemas.microsoft.com/office/drawing/2014/main" id="{1E22983C-26B8-DE15-E309-D0E93B8C6996}"/>
              </a:ext>
            </a:extLst>
          </p:cNvPr>
          <p:cNvSpPr>
            <a:spLocks noGrp="1"/>
          </p:cNvSpPr>
          <p:nvPr>
            <p:ph idx="1" hasCustomPrompt="1"/>
          </p:nvPr>
        </p:nvSpPr>
        <p:spPr>
          <a:xfrm>
            <a:off x="6106160" y="2235200"/>
            <a:ext cx="5628639" cy="4188713"/>
          </a:xfrm>
        </p:spPr>
        <p:txBody>
          <a:bodyPr anchor="t" anchorCtr="0">
            <a:normAutofit/>
          </a:bodyPr>
          <a:lstStyle>
            <a:lvl1pPr>
              <a:defRPr sz="2000">
                <a:solidFill>
                  <a:schemeClr val="tx2"/>
                </a:solidFill>
              </a:defRPr>
            </a:lvl1pPr>
            <a:lvl2pPr>
              <a:defRPr sz="1800">
                <a:solidFill>
                  <a:schemeClr val="tx2"/>
                </a:solidFill>
              </a:defRPr>
            </a:lvl2pPr>
            <a:lvl3pPr>
              <a:defRPr sz="1600">
                <a:solidFill>
                  <a:schemeClr val="tx2"/>
                </a:solidFill>
              </a:defRPr>
            </a:lvl3pPr>
            <a:lvl4pPr>
              <a:defRPr sz="1400">
                <a:solidFill>
                  <a:schemeClr val="tx2"/>
                </a:solidFill>
              </a:defRPr>
            </a:lvl4pPr>
            <a:lvl5pPr>
              <a:defRPr sz="1400">
                <a:solidFill>
                  <a:schemeClr val="tx2"/>
                </a:solidFill>
              </a:defRPr>
            </a:lvl5pPr>
            <a:lvl6pPr>
              <a:defRPr sz="1400">
                <a:solidFill>
                  <a:schemeClr val="tx2"/>
                </a:solidFill>
              </a:defRPr>
            </a:lvl6pPr>
            <a:lvl7pPr>
              <a:defRPr sz="1400">
                <a:solidFill>
                  <a:schemeClr val="tx2"/>
                </a:solidFill>
              </a:defRPr>
            </a:lvl7pPr>
            <a:lvl8pPr>
              <a:defRPr sz="1400">
                <a:solidFill>
                  <a:schemeClr val="tx2"/>
                </a:solidFill>
              </a:defRPr>
            </a:lvl8pPr>
            <a:lvl9pPr>
              <a:defRPr sz="1400">
                <a:solidFill>
                  <a:schemeClr val="tx2"/>
                </a:solidFill>
              </a:defRPr>
            </a:lvl9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a:extLst>
              <a:ext uri="{FF2B5EF4-FFF2-40B4-BE49-F238E27FC236}">
                <a16:creationId xmlns:a16="http://schemas.microsoft.com/office/drawing/2014/main" id="{1957D599-49CF-19FE-6D86-C5EDB765F413}"/>
              </a:ext>
            </a:extLst>
          </p:cNvPr>
          <p:cNvSpPr>
            <a:spLocks noGrp="1"/>
          </p:cNvSpPr>
          <p:nvPr>
            <p:ph type="ftr" sz="quarter" idx="11"/>
          </p:nvPr>
        </p:nvSpPr>
        <p:spPr/>
        <p:txBody>
          <a:bodyPr/>
          <a:lstStyle/>
          <a:p>
            <a:endParaRPr lang="en-US" dirty="0"/>
          </a:p>
        </p:txBody>
      </p:sp>
      <p:sp>
        <p:nvSpPr>
          <p:cNvPr id="4" name="Date Placeholder 3">
            <a:extLst>
              <a:ext uri="{FF2B5EF4-FFF2-40B4-BE49-F238E27FC236}">
                <a16:creationId xmlns:a16="http://schemas.microsoft.com/office/drawing/2014/main" id="{C0070940-5919-2C95-2278-32E50BF14DD1}"/>
              </a:ext>
            </a:extLst>
          </p:cNvPr>
          <p:cNvSpPr>
            <a:spLocks noGrp="1"/>
          </p:cNvSpPr>
          <p:nvPr>
            <p:ph type="dt" sz="half" idx="10"/>
          </p:nvPr>
        </p:nvSpPr>
        <p:spPr/>
        <p:txBody>
          <a:bodyPr/>
          <a:lstStyle/>
          <a:p>
            <a:r>
              <a:rPr lang="en-US"/>
              <a:t>20XX</a:t>
            </a:r>
            <a:endParaRPr lang="en-US" dirty="0"/>
          </a:p>
        </p:txBody>
      </p:sp>
      <p:sp>
        <p:nvSpPr>
          <p:cNvPr id="6" name="Slide Number Placeholder 5">
            <a:extLst>
              <a:ext uri="{FF2B5EF4-FFF2-40B4-BE49-F238E27FC236}">
                <a16:creationId xmlns:a16="http://schemas.microsoft.com/office/drawing/2014/main" id="{28931DF1-1C8D-86B9-BFDD-098FFC00FDC2}"/>
              </a:ext>
            </a:extLst>
          </p:cNvPr>
          <p:cNvSpPr>
            <a:spLocks noGrp="1"/>
          </p:cNvSpPr>
          <p:nvPr>
            <p:ph type="sldNum" sz="quarter" idx="12"/>
          </p:nvPr>
        </p:nvSpPr>
        <p:spPr>
          <a:xfrm>
            <a:off x="10682289" y="6423914"/>
            <a:ext cx="1052510" cy="365125"/>
          </a:xfrm>
        </p:spPr>
        <p:txBody>
          <a:bodyPr/>
          <a:lstStyle/>
          <a:p>
            <a:fld id="{CBD12358-51D2-46B3-9BDE-DF29528B9454}" type="slidenum">
              <a:rPr lang="en-US" smtClean="0"/>
              <a:t>‹#›</a:t>
            </a:fld>
            <a:endParaRPr lang="en-US" dirty="0"/>
          </a:p>
        </p:txBody>
      </p:sp>
    </p:spTree>
    <p:extLst>
      <p:ext uri="{BB962C8B-B14F-4D97-AF65-F5344CB8AC3E}">
        <p14:creationId xmlns:p14="http://schemas.microsoft.com/office/powerpoint/2010/main" val="405263364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Content + tab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40C44A-93E6-6C58-5E88-AFDC594EC27A}"/>
              </a:ext>
            </a:extLst>
          </p:cNvPr>
          <p:cNvSpPr>
            <a:spLocks noGrp="1"/>
          </p:cNvSpPr>
          <p:nvPr>
            <p:ph type="title"/>
          </p:nvPr>
        </p:nvSpPr>
        <p:spPr>
          <a:xfrm>
            <a:off x="447040" y="725444"/>
            <a:ext cx="11277600" cy="1044253"/>
          </a:xfrm>
        </p:spPr>
        <p:txBody>
          <a:bodyPr anchor="b" anchorCtr="0">
            <a:noAutofit/>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0C813049-5F46-053E-6279-8183259649A6}"/>
              </a:ext>
            </a:extLst>
          </p:cNvPr>
          <p:cNvSpPr>
            <a:spLocks noGrp="1"/>
          </p:cNvSpPr>
          <p:nvPr>
            <p:ph sz="half" idx="1"/>
          </p:nvPr>
        </p:nvSpPr>
        <p:spPr>
          <a:xfrm>
            <a:off x="457200" y="2245360"/>
            <a:ext cx="3342640" cy="3992880"/>
          </a:xfrm>
        </p:spPr>
        <p:txBody>
          <a:bodyPr anchor="t"/>
          <a:lstStyle>
            <a:lvl1pPr marL="0" indent="0">
              <a:buNone/>
              <a:defRPr/>
            </a:lvl1pPr>
            <a:lvl2pPr marL="324000" indent="0">
              <a:buNone/>
              <a:defRPr/>
            </a:lvl2pPr>
            <a:lvl3pPr marL="630000" indent="0">
              <a:buNone/>
              <a:defRPr/>
            </a:lvl3pPr>
            <a:lvl4pPr marL="1008000" indent="0">
              <a:buNone/>
              <a:defRPr/>
            </a:lvl4pPr>
            <a:lvl5pPr marL="13680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Table Placeholder 7">
            <a:extLst>
              <a:ext uri="{FF2B5EF4-FFF2-40B4-BE49-F238E27FC236}">
                <a16:creationId xmlns:a16="http://schemas.microsoft.com/office/drawing/2014/main" id="{423FEB60-8FB5-7F10-EDD7-8AB4B3139EF6}"/>
              </a:ext>
            </a:extLst>
          </p:cNvPr>
          <p:cNvSpPr>
            <a:spLocks noGrp="1"/>
          </p:cNvSpPr>
          <p:nvPr>
            <p:ph type="tbl" sz="quarter" idx="13"/>
          </p:nvPr>
        </p:nvSpPr>
        <p:spPr>
          <a:xfrm>
            <a:off x="4236720" y="2236109"/>
            <a:ext cx="7498080" cy="4002131"/>
          </a:xfrm>
        </p:spPr>
        <p:txBody>
          <a:bodyPr/>
          <a:lstStyle/>
          <a:p>
            <a:r>
              <a:rPr lang="en-US"/>
              <a:t>Click icon to add table</a:t>
            </a:r>
            <a:endParaRPr lang="en-US" dirty="0"/>
          </a:p>
        </p:txBody>
      </p:sp>
      <p:sp>
        <p:nvSpPr>
          <p:cNvPr id="5" name="Date Placeholder 4">
            <a:extLst>
              <a:ext uri="{FF2B5EF4-FFF2-40B4-BE49-F238E27FC236}">
                <a16:creationId xmlns:a16="http://schemas.microsoft.com/office/drawing/2014/main" id="{C6CFCEB5-4092-FD13-478E-51CD74FDB82E}"/>
              </a:ext>
            </a:extLst>
          </p:cNvPr>
          <p:cNvSpPr>
            <a:spLocks noGrp="1"/>
          </p:cNvSpPr>
          <p:nvPr>
            <p:ph type="dt" sz="half" idx="10"/>
          </p:nvPr>
        </p:nvSpPr>
        <p:spPr/>
        <p:txBody>
          <a:bodyPr/>
          <a:lstStyle/>
          <a:p>
            <a:r>
              <a:rPr lang="en-US"/>
              <a:t>20XX</a:t>
            </a:r>
            <a:endParaRPr lang="en-US" dirty="0"/>
          </a:p>
        </p:txBody>
      </p:sp>
      <p:sp>
        <p:nvSpPr>
          <p:cNvPr id="6" name="Footer Placeholder 5">
            <a:extLst>
              <a:ext uri="{FF2B5EF4-FFF2-40B4-BE49-F238E27FC236}">
                <a16:creationId xmlns:a16="http://schemas.microsoft.com/office/drawing/2014/main" id="{5D077A4D-E7C0-912D-293F-D93F0CB5CA49}"/>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CA6AA9E1-334B-5F8F-8A92-67DD095F7838}"/>
              </a:ext>
            </a:extLst>
          </p:cNvPr>
          <p:cNvSpPr>
            <a:spLocks noGrp="1"/>
          </p:cNvSpPr>
          <p:nvPr>
            <p:ph type="sldNum" sz="quarter" idx="12"/>
          </p:nvPr>
        </p:nvSpPr>
        <p:spPr>
          <a:xfrm>
            <a:off x="10682290" y="6423914"/>
            <a:ext cx="1052510" cy="365125"/>
          </a:xfrm>
        </p:spPr>
        <p:txBody>
          <a:bodyPr/>
          <a:lstStyle/>
          <a:p>
            <a:fld id="{CBD12358-51D2-46B3-9BDE-DF29528B9454}" type="slidenum">
              <a:rPr lang="en-US" smtClean="0"/>
              <a:t>‹#›</a:t>
            </a:fld>
            <a:endParaRPr lang="en-US" dirty="0"/>
          </a:p>
        </p:txBody>
      </p:sp>
    </p:spTree>
    <p:extLst>
      <p:ext uri="{BB962C8B-B14F-4D97-AF65-F5344CB8AC3E}">
        <p14:creationId xmlns:p14="http://schemas.microsoft.com/office/powerpoint/2010/main" val="355529184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Two Content 2">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57200" y="690880"/>
            <a:ext cx="11267440" cy="1143000"/>
          </a:xfrm>
        </p:spPr>
        <p:txBody>
          <a:bodyPr/>
          <a:lstStyle>
            <a:lvl1pPr>
              <a:defRPr/>
            </a:lvl1pPr>
          </a:lstStyle>
          <a:p>
            <a:r>
              <a:rPr lang="en-US" dirty="0"/>
              <a:t>Click to add title</a:t>
            </a:r>
          </a:p>
        </p:txBody>
      </p:sp>
      <p:sp>
        <p:nvSpPr>
          <p:cNvPr id="4" name="Content Placeholder 3"/>
          <p:cNvSpPr>
            <a:spLocks noGrp="1"/>
          </p:cNvSpPr>
          <p:nvPr>
            <p:ph sz="half" idx="2" hasCustomPrompt="1"/>
          </p:nvPr>
        </p:nvSpPr>
        <p:spPr>
          <a:xfrm>
            <a:off x="457200" y="2318490"/>
            <a:ext cx="7371083" cy="3633047"/>
          </a:xfrm>
        </p:spPr>
        <p:txBody>
          <a:bodyPr anchor="t">
            <a:normAutofit/>
          </a:bodyPr>
          <a:lstStyle>
            <a:lvl1pPr marL="0" indent="0">
              <a:buNone/>
              <a:defRPr sz="1800"/>
            </a:lvl1pPr>
            <a:lvl2pPr marL="0">
              <a:defRPr sz="1800"/>
            </a:lvl2pPr>
            <a:lvl3pPr marL="548640">
              <a:defRPr sz="1800"/>
            </a:lvl3pPr>
            <a:lvl4pPr marL="822960">
              <a:defRPr sz="1800"/>
            </a:lvl4pPr>
            <a:lvl5pPr marL="1097280">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Content Placeholder 3">
            <a:extLst>
              <a:ext uri="{FF2B5EF4-FFF2-40B4-BE49-F238E27FC236}">
                <a16:creationId xmlns:a16="http://schemas.microsoft.com/office/drawing/2014/main" id="{8E6EDC6B-B9AA-A4D9-A782-C38A0F84F63F}"/>
              </a:ext>
            </a:extLst>
          </p:cNvPr>
          <p:cNvSpPr>
            <a:spLocks noGrp="1"/>
          </p:cNvSpPr>
          <p:nvPr>
            <p:ph sz="half" idx="13" hasCustomPrompt="1"/>
          </p:nvPr>
        </p:nvSpPr>
        <p:spPr>
          <a:xfrm>
            <a:off x="7993378" y="2318490"/>
            <a:ext cx="3731262" cy="3633047"/>
          </a:xfrm>
        </p:spPr>
        <p:txBody>
          <a:bodyPr anchor="t">
            <a:normAutofit/>
          </a:bodyPr>
          <a:lstStyle>
            <a:lvl1pPr marL="0" indent="-342900">
              <a:buFont typeface="+mj-lt"/>
              <a:buAutoNum type="arabicPeriod"/>
              <a:defRPr sz="1800"/>
            </a:lvl1pPr>
            <a:lvl2pPr marL="914400" indent="-342900">
              <a:buFont typeface="+mj-lt"/>
              <a:buAutoNum type="alphaLcPeriod"/>
              <a:defRPr sz="1800"/>
            </a:lvl2pPr>
            <a:lvl3pPr marL="1371600" indent="-342900">
              <a:buFont typeface="+mj-lt"/>
              <a:buAutoNum type="arabicPeriod"/>
              <a:defRPr sz="1800"/>
            </a:lvl3pPr>
            <a:lvl4pPr marL="1600200" indent="-342900">
              <a:buFont typeface="+mj-lt"/>
              <a:buAutoNum type="alphaLcParenR"/>
              <a:defRPr sz="1800"/>
            </a:lvl4pPr>
            <a:lvl5pPr marL="2057400" indent="-400050">
              <a:buFont typeface="+mj-lt"/>
              <a:buAutoNum type="romanLcPeriod"/>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5"/>
          <p:cNvSpPr>
            <a:spLocks noGrp="1"/>
          </p:cNvSpPr>
          <p:nvPr>
            <p:ph type="ftr" sz="quarter" idx="11"/>
          </p:nvPr>
        </p:nvSpPr>
        <p:spPr>
          <a:xfrm>
            <a:off x="457200" y="6423914"/>
            <a:ext cx="7041202" cy="365125"/>
          </a:xfrm>
        </p:spPr>
        <p:txBody>
          <a:bodyPr/>
          <a:lstStyle/>
          <a:p>
            <a:endParaRPr lang="en-US" dirty="0"/>
          </a:p>
        </p:txBody>
      </p:sp>
      <p:sp>
        <p:nvSpPr>
          <p:cNvPr id="5" name="Date Placeholder 4"/>
          <p:cNvSpPr>
            <a:spLocks noGrp="1"/>
          </p:cNvSpPr>
          <p:nvPr>
            <p:ph type="dt" sz="half" idx="10"/>
          </p:nvPr>
        </p:nvSpPr>
        <p:spPr/>
        <p:txBody>
          <a:bodyPr/>
          <a:lstStyle/>
          <a:p>
            <a:r>
              <a:rPr lang="en-US"/>
              <a:t>20XX</a:t>
            </a:r>
            <a:endParaRPr lang="en-US" dirty="0"/>
          </a:p>
        </p:txBody>
      </p:sp>
      <p:sp>
        <p:nvSpPr>
          <p:cNvPr id="7" name="Slide Number Placeholder 6"/>
          <p:cNvSpPr>
            <a:spLocks noGrp="1"/>
          </p:cNvSpPr>
          <p:nvPr>
            <p:ph type="sldNum" sz="quarter" idx="12"/>
          </p:nvPr>
        </p:nvSpPr>
        <p:spPr>
          <a:xfrm>
            <a:off x="10558300" y="6423914"/>
            <a:ext cx="1166340" cy="365125"/>
          </a:xfrm>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48682648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Tab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57BD59-35CC-9BB3-8621-6FA3356F81AA}"/>
              </a:ext>
            </a:extLst>
          </p:cNvPr>
          <p:cNvSpPr>
            <a:spLocks noGrp="1"/>
          </p:cNvSpPr>
          <p:nvPr>
            <p:ph type="title"/>
          </p:nvPr>
        </p:nvSpPr>
        <p:spPr>
          <a:xfrm>
            <a:off x="457199" y="705124"/>
            <a:ext cx="11272649" cy="1062716"/>
          </a:xfrm>
        </p:spPr>
        <p:txBody>
          <a:bodyPr anchor="b" anchorCtr="0">
            <a:noAutofit/>
          </a:bodyPr>
          <a:lstStyle/>
          <a:p>
            <a:r>
              <a:rPr lang="en-US"/>
              <a:t>Click to edit Master title style</a:t>
            </a:r>
            <a:endParaRPr lang="en-US" dirty="0"/>
          </a:p>
        </p:txBody>
      </p:sp>
      <p:sp>
        <p:nvSpPr>
          <p:cNvPr id="8" name="Table Placeholder 7">
            <a:extLst>
              <a:ext uri="{FF2B5EF4-FFF2-40B4-BE49-F238E27FC236}">
                <a16:creationId xmlns:a16="http://schemas.microsoft.com/office/drawing/2014/main" id="{0CEAFE70-86D3-8690-31CA-F9A1FBA494D0}"/>
              </a:ext>
            </a:extLst>
          </p:cNvPr>
          <p:cNvSpPr>
            <a:spLocks noGrp="1"/>
          </p:cNvSpPr>
          <p:nvPr>
            <p:ph type="tbl" sz="quarter" idx="13"/>
          </p:nvPr>
        </p:nvSpPr>
        <p:spPr>
          <a:xfrm>
            <a:off x="457201" y="2234979"/>
            <a:ext cx="11272648" cy="3969606"/>
          </a:xfrm>
        </p:spPr>
        <p:txBody>
          <a:bodyPr/>
          <a:lstStyle/>
          <a:p>
            <a:r>
              <a:rPr lang="en-US"/>
              <a:t>Click icon to add table</a:t>
            </a:r>
            <a:endParaRPr lang="en-US" dirty="0"/>
          </a:p>
        </p:txBody>
      </p:sp>
      <p:sp>
        <p:nvSpPr>
          <p:cNvPr id="4" name="Date Placeholder 3">
            <a:extLst>
              <a:ext uri="{FF2B5EF4-FFF2-40B4-BE49-F238E27FC236}">
                <a16:creationId xmlns:a16="http://schemas.microsoft.com/office/drawing/2014/main" id="{8C56EB0F-63C8-5F75-A333-3413A9DC6F76}"/>
              </a:ext>
            </a:extLst>
          </p:cNvPr>
          <p:cNvSpPr>
            <a:spLocks noGrp="1"/>
          </p:cNvSpPr>
          <p:nvPr>
            <p:ph type="dt" sz="half" idx="10"/>
          </p:nvPr>
        </p:nvSpPr>
        <p:spPr/>
        <p:txBody>
          <a:bodyPr/>
          <a:lstStyle/>
          <a:p>
            <a:r>
              <a:rPr lang="en-US"/>
              <a:t>20XX</a:t>
            </a:r>
            <a:endParaRPr lang="en-US" dirty="0"/>
          </a:p>
        </p:txBody>
      </p:sp>
      <p:sp>
        <p:nvSpPr>
          <p:cNvPr id="5" name="Footer Placeholder 4">
            <a:extLst>
              <a:ext uri="{FF2B5EF4-FFF2-40B4-BE49-F238E27FC236}">
                <a16:creationId xmlns:a16="http://schemas.microsoft.com/office/drawing/2014/main" id="{4D4DE333-25B4-E092-1CC4-C3D20BA25168}"/>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8F1AF200-E81F-A326-0EDB-4B93C71D9BF4}"/>
              </a:ext>
            </a:extLst>
          </p:cNvPr>
          <p:cNvSpPr>
            <a:spLocks noGrp="1"/>
          </p:cNvSpPr>
          <p:nvPr>
            <p:ph type="sldNum" sz="quarter" idx="12"/>
          </p:nvPr>
        </p:nvSpPr>
        <p:spPr>
          <a:xfrm>
            <a:off x="10558300" y="6423914"/>
            <a:ext cx="1171548" cy="365125"/>
          </a:xfrm>
        </p:spPr>
        <p:txBody>
          <a:bodyPr/>
          <a:lstStyle/>
          <a:p>
            <a:fld id="{CBD12358-51D2-46B3-9BDE-DF29528B9454}" type="slidenum">
              <a:rPr lang="en-US" smtClean="0"/>
              <a:t>‹#›</a:t>
            </a:fld>
            <a:endParaRPr lang="en-US" dirty="0"/>
          </a:p>
        </p:txBody>
      </p:sp>
    </p:spTree>
    <p:extLst>
      <p:ext uri="{BB962C8B-B14F-4D97-AF65-F5344CB8AC3E}">
        <p14:creationId xmlns:p14="http://schemas.microsoft.com/office/powerpoint/2010/main" val="238626445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Closing">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D0F196A1-2430-4797-B656-A38302FAFF33}"/>
              </a:ext>
            </a:extLst>
          </p:cNvPr>
          <p:cNvSpPr>
            <a:spLocks noGrp="1"/>
          </p:cNvSpPr>
          <p:nvPr>
            <p:ph type="title"/>
          </p:nvPr>
        </p:nvSpPr>
        <p:spPr>
          <a:xfrm>
            <a:off x="462151" y="666984"/>
            <a:ext cx="3672970" cy="2125911"/>
          </a:xfrm>
        </p:spPr>
        <p:txBody>
          <a:bodyPr>
            <a:noAutofit/>
          </a:bodyPr>
          <a:lstStyle>
            <a:lvl1pPr algn="l">
              <a:defRPr/>
            </a:lvl1pPr>
          </a:lstStyle>
          <a:p>
            <a:r>
              <a:rPr lang="en-US" noProof="0"/>
              <a:t>Click to edit Master title style</a:t>
            </a:r>
            <a:endParaRPr lang="en-US" noProof="0" dirty="0"/>
          </a:p>
        </p:txBody>
      </p:sp>
      <p:sp>
        <p:nvSpPr>
          <p:cNvPr id="2" name="Content Placeholder 5">
            <a:extLst>
              <a:ext uri="{FF2B5EF4-FFF2-40B4-BE49-F238E27FC236}">
                <a16:creationId xmlns:a16="http://schemas.microsoft.com/office/drawing/2014/main" id="{5A0AD703-0A43-5323-CCB2-832D424EF2DB}"/>
              </a:ext>
            </a:extLst>
          </p:cNvPr>
          <p:cNvSpPr>
            <a:spLocks noGrp="1"/>
          </p:cNvSpPr>
          <p:nvPr>
            <p:ph sz="quarter" idx="4" hasCustomPrompt="1"/>
          </p:nvPr>
        </p:nvSpPr>
        <p:spPr>
          <a:xfrm>
            <a:off x="462151" y="2862479"/>
            <a:ext cx="3672970" cy="3491849"/>
          </a:xfrm>
        </p:spPr>
        <p:txBody>
          <a:bodyPr anchor="t" anchorCtr="0">
            <a:normAutofit/>
          </a:bodyPr>
          <a:lstStyle>
            <a:lvl1pPr marL="0" indent="0">
              <a:buNone/>
              <a:defRPr/>
            </a:lvl1pPr>
          </a:lstStyle>
          <a:p>
            <a:pPr lvl="0"/>
            <a:r>
              <a:rPr lang="en-US" noProof="0" dirty="0"/>
              <a:t>Click to add text </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4" name="Picture Placeholder 3">
            <a:extLst>
              <a:ext uri="{FF2B5EF4-FFF2-40B4-BE49-F238E27FC236}">
                <a16:creationId xmlns:a16="http://schemas.microsoft.com/office/drawing/2014/main" id="{4627B629-9CBE-3ECF-2D88-F07AACD0374E}"/>
              </a:ext>
            </a:extLst>
          </p:cNvPr>
          <p:cNvSpPr>
            <a:spLocks noGrp="1"/>
          </p:cNvSpPr>
          <p:nvPr>
            <p:ph type="pic" sz="quarter" idx="13" hasCustomPrompt="1"/>
          </p:nvPr>
        </p:nvSpPr>
        <p:spPr>
          <a:xfrm>
            <a:off x="4231970" y="666985"/>
            <a:ext cx="7497880" cy="5687344"/>
          </a:xfrm>
          <a:custGeom>
            <a:avLst/>
            <a:gdLst>
              <a:gd name="connsiteX0" fmla="*/ 3803282 w 7497880"/>
              <a:gd name="connsiteY0" fmla="*/ 0 h 5687344"/>
              <a:gd name="connsiteX1" fmla="*/ 7497880 w 7497880"/>
              <a:gd name="connsiteY1" fmla="*/ 0 h 5687344"/>
              <a:gd name="connsiteX2" fmla="*/ 7497880 w 7497880"/>
              <a:gd name="connsiteY2" fmla="*/ 4581885 h 5687344"/>
              <a:gd name="connsiteX3" fmla="*/ 3803282 w 7497880"/>
              <a:gd name="connsiteY3" fmla="*/ 4581885 h 5687344"/>
              <a:gd name="connsiteX4" fmla="*/ 0 w 7497880"/>
              <a:gd name="connsiteY4" fmla="*/ 0 h 5687344"/>
              <a:gd name="connsiteX5" fmla="*/ 3699373 w 7497880"/>
              <a:gd name="connsiteY5" fmla="*/ 0 h 5687344"/>
              <a:gd name="connsiteX6" fmla="*/ 3699373 w 7497880"/>
              <a:gd name="connsiteY6" fmla="*/ 4581885 h 5687344"/>
              <a:gd name="connsiteX7" fmla="*/ 2 w 7497880"/>
              <a:gd name="connsiteY7" fmla="*/ 4581885 h 5687344"/>
              <a:gd name="connsiteX8" fmla="*/ 2 w 7497880"/>
              <a:gd name="connsiteY8" fmla="*/ 4679200 h 5687344"/>
              <a:gd name="connsiteX9" fmla="*/ 3699373 w 7497880"/>
              <a:gd name="connsiteY9" fmla="*/ 4679200 h 5687344"/>
              <a:gd name="connsiteX10" fmla="*/ 3699373 w 7497880"/>
              <a:gd name="connsiteY10" fmla="*/ 5679350 h 5687344"/>
              <a:gd name="connsiteX11" fmla="*/ 3803282 w 7497880"/>
              <a:gd name="connsiteY11" fmla="*/ 5679350 h 5687344"/>
              <a:gd name="connsiteX12" fmla="*/ 3803282 w 7497880"/>
              <a:gd name="connsiteY12" fmla="*/ 4679200 h 5687344"/>
              <a:gd name="connsiteX13" fmla="*/ 7497880 w 7497880"/>
              <a:gd name="connsiteY13" fmla="*/ 4679200 h 5687344"/>
              <a:gd name="connsiteX14" fmla="*/ 7497880 w 7497880"/>
              <a:gd name="connsiteY14" fmla="*/ 5687344 h 5687344"/>
              <a:gd name="connsiteX15" fmla="*/ 0 w 7497880"/>
              <a:gd name="connsiteY15" fmla="*/ 5687344 h 56873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7497880" h="5687344">
                <a:moveTo>
                  <a:pt x="3803282" y="0"/>
                </a:moveTo>
                <a:lnTo>
                  <a:pt x="7497880" y="0"/>
                </a:lnTo>
                <a:lnTo>
                  <a:pt x="7497880" y="4581885"/>
                </a:lnTo>
                <a:lnTo>
                  <a:pt x="3803282" y="4581885"/>
                </a:lnTo>
                <a:close/>
                <a:moveTo>
                  <a:pt x="0" y="0"/>
                </a:moveTo>
                <a:lnTo>
                  <a:pt x="3699373" y="0"/>
                </a:lnTo>
                <a:lnTo>
                  <a:pt x="3699373" y="4581885"/>
                </a:lnTo>
                <a:lnTo>
                  <a:pt x="2" y="4581885"/>
                </a:lnTo>
                <a:lnTo>
                  <a:pt x="2" y="4679200"/>
                </a:lnTo>
                <a:lnTo>
                  <a:pt x="3699373" y="4679200"/>
                </a:lnTo>
                <a:lnTo>
                  <a:pt x="3699373" y="5679350"/>
                </a:lnTo>
                <a:lnTo>
                  <a:pt x="3803282" y="5679350"/>
                </a:lnTo>
                <a:lnTo>
                  <a:pt x="3803282" y="4679200"/>
                </a:lnTo>
                <a:lnTo>
                  <a:pt x="7497880" y="4679200"/>
                </a:lnTo>
                <a:lnTo>
                  <a:pt x="7497880" y="5687344"/>
                </a:lnTo>
                <a:lnTo>
                  <a:pt x="0" y="5687344"/>
                </a:lnTo>
                <a:close/>
              </a:path>
            </a:pathLst>
          </a:custGeom>
          <a:solidFill>
            <a:schemeClr val="accent2"/>
          </a:solidFill>
        </p:spPr>
        <p:txBody>
          <a:bodyPr wrap="square" anchor="t">
            <a:noAutofit/>
          </a:bodyPr>
          <a:lstStyle>
            <a:lvl1pPr marL="0" indent="0" algn="ctr">
              <a:buNone/>
              <a:defRPr/>
            </a:lvl1pPr>
          </a:lstStyle>
          <a:p>
            <a:r>
              <a:rPr lang="en-US" noProof="0" dirty="0"/>
              <a:t>Click to add picture</a:t>
            </a:r>
          </a:p>
        </p:txBody>
      </p:sp>
      <p:sp>
        <p:nvSpPr>
          <p:cNvPr id="6" name="Date Placeholder 5">
            <a:extLst>
              <a:ext uri="{FF2B5EF4-FFF2-40B4-BE49-F238E27FC236}">
                <a16:creationId xmlns:a16="http://schemas.microsoft.com/office/drawing/2014/main" id="{90DD7D93-4C4D-E385-9F8C-40536F0BDEA2}"/>
              </a:ext>
            </a:extLst>
          </p:cNvPr>
          <p:cNvSpPr>
            <a:spLocks noGrp="1"/>
          </p:cNvSpPr>
          <p:nvPr>
            <p:ph type="dt" sz="half" idx="14"/>
          </p:nvPr>
        </p:nvSpPr>
        <p:spPr/>
        <p:txBody>
          <a:bodyPr/>
          <a:lstStyle/>
          <a:p>
            <a:r>
              <a:rPr lang="en-US" noProof="0"/>
              <a:t>20XX</a:t>
            </a:r>
            <a:endParaRPr lang="en-US" noProof="0" dirty="0"/>
          </a:p>
        </p:txBody>
      </p:sp>
      <p:sp>
        <p:nvSpPr>
          <p:cNvPr id="7" name="Footer Placeholder 6">
            <a:extLst>
              <a:ext uri="{FF2B5EF4-FFF2-40B4-BE49-F238E27FC236}">
                <a16:creationId xmlns:a16="http://schemas.microsoft.com/office/drawing/2014/main" id="{BC99FA72-244D-9DC3-C9B7-E7DAD50A01F7}"/>
              </a:ext>
            </a:extLst>
          </p:cNvPr>
          <p:cNvSpPr>
            <a:spLocks noGrp="1"/>
          </p:cNvSpPr>
          <p:nvPr>
            <p:ph type="ftr" sz="quarter" idx="15"/>
          </p:nvPr>
        </p:nvSpPr>
        <p:spPr/>
        <p:txBody>
          <a:bodyPr/>
          <a:lstStyle/>
          <a:p>
            <a:endParaRPr lang="en-US" noProof="0" dirty="0"/>
          </a:p>
        </p:txBody>
      </p:sp>
      <p:sp>
        <p:nvSpPr>
          <p:cNvPr id="8" name="Slide Number Placeholder 7">
            <a:extLst>
              <a:ext uri="{FF2B5EF4-FFF2-40B4-BE49-F238E27FC236}">
                <a16:creationId xmlns:a16="http://schemas.microsoft.com/office/drawing/2014/main" id="{725A4F6F-66FD-CDA5-7F8F-F5FD6382CFCF}"/>
              </a:ext>
            </a:extLst>
          </p:cNvPr>
          <p:cNvSpPr>
            <a:spLocks noGrp="1"/>
          </p:cNvSpPr>
          <p:nvPr>
            <p:ph type="sldNum" sz="quarter" idx="16"/>
          </p:nvPr>
        </p:nvSpPr>
        <p:spPr>
          <a:xfrm>
            <a:off x="10677340" y="6423914"/>
            <a:ext cx="1052510" cy="365125"/>
          </a:xfrm>
        </p:spPr>
        <p:txBody>
          <a:bodyPr/>
          <a:lstStyle/>
          <a:p>
            <a:fld id="{3A98EE3D-8CD1-4C3F-BD1C-C98C9596463C}" type="slidenum">
              <a:rPr lang="en-US" noProof="0" smtClean="0"/>
              <a:t>‹#›</a:t>
            </a:fld>
            <a:endParaRPr lang="en-US" noProof="0" dirty="0"/>
          </a:p>
        </p:txBody>
      </p:sp>
    </p:spTree>
    <p:extLst>
      <p:ext uri="{BB962C8B-B14F-4D97-AF65-F5344CB8AC3E}">
        <p14:creationId xmlns:p14="http://schemas.microsoft.com/office/powerpoint/2010/main" val="328923111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theme" Target="../theme/theme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1192" y="705124"/>
            <a:ext cx="11029616" cy="1189554"/>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581192" y="2336002"/>
            <a:ext cx="11029616" cy="3652047"/>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05951" y="6423914"/>
            <a:ext cx="2844799" cy="365125"/>
          </a:xfrm>
          <a:prstGeom prst="rect">
            <a:avLst/>
          </a:prstGeom>
        </p:spPr>
        <p:txBody>
          <a:bodyPr vert="horz" lIns="91440" tIns="45720" rIns="91440" bIns="45720" rtlCol="0" anchor="ctr"/>
          <a:lstStyle>
            <a:lvl1pPr algn="r">
              <a:defRPr sz="900">
                <a:solidFill>
                  <a:schemeClr val="tx1">
                    <a:lumMod val="75000"/>
                    <a:lumOff val="25000"/>
                  </a:schemeClr>
                </a:solidFill>
              </a:defRPr>
            </a:lvl1pPr>
          </a:lstStyle>
          <a:p>
            <a:r>
              <a:rPr lang="en-US"/>
              <a:t>20XX</a:t>
            </a:r>
            <a:endParaRPr lang="en-US" dirty="0"/>
          </a:p>
        </p:txBody>
      </p:sp>
      <p:sp>
        <p:nvSpPr>
          <p:cNvPr id="5" name="Footer Placeholder 4"/>
          <p:cNvSpPr>
            <a:spLocks noGrp="1"/>
          </p:cNvSpPr>
          <p:nvPr>
            <p:ph type="ftr" sz="quarter" idx="3"/>
          </p:nvPr>
        </p:nvSpPr>
        <p:spPr>
          <a:xfrm>
            <a:off x="581192" y="6423914"/>
            <a:ext cx="6917210" cy="365125"/>
          </a:xfrm>
          <a:prstGeom prst="rect">
            <a:avLst/>
          </a:prstGeom>
        </p:spPr>
        <p:txBody>
          <a:bodyPr vert="horz" lIns="91440" tIns="45720" rIns="91440" bIns="45720" rtlCol="0" anchor="ctr"/>
          <a:lstStyle>
            <a:lvl1pPr algn="l">
              <a:defRPr sz="900" cap="all">
                <a:solidFill>
                  <a:schemeClr val="tx1">
                    <a:lumMod val="75000"/>
                    <a:lumOff val="25000"/>
                  </a:schemeClr>
                </a:solidFill>
              </a:defRPr>
            </a:lvl1pPr>
          </a:lstStyle>
          <a:p>
            <a:endParaRPr lang="en-US" dirty="0"/>
          </a:p>
        </p:txBody>
      </p:sp>
      <p:sp>
        <p:nvSpPr>
          <p:cNvPr id="6" name="Slide Number Placeholder 5"/>
          <p:cNvSpPr>
            <a:spLocks noGrp="1"/>
          </p:cNvSpPr>
          <p:nvPr>
            <p:ph type="sldNum" sz="quarter" idx="4"/>
          </p:nvPr>
        </p:nvSpPr>
        <p:spPr>
          <a:xfrm>
            <a:off x="10558300" y="6423914"/>
            <a:ext cx="1052510" cy="365125"/>
          </a:xfrm>
          <a:prstGeom prst="rect">
            <a:avLst/>
          </a:prstGeom>
        </p:spPr>
        <p:txBody>
          <a:bodyPr vert="horz" lIns="91440" tIns="45720" rIns="91440" bIns="45720" rtlCol="0" anchor="ctr"/>
          <a:lstStyle>
            <a:lvl1pPr algn="r">
              <a:defRPr sz="900">
                <a:solidFill>
                  <a:schemeClr val="tx1">
                    <a:lumMod val="75000"/>
                    <a:lumOff val="25000"/>
                  </a:schemeClr>
                </a:solidFill>
              </a:defRPr>
            </a:lvl1pPr>
          </a:lstStyle>
          <a:p>
            <a:fld id="{3A98EE3D-8CD1-4C3F-BD1C-C98C9596463C}" type="slidenum">
              <a:rPr lang="en-US" smtClean="0"/>
              <a:t>‹#›</a:t>
            </a:fld>
            <a:endParaRPr lang="en-US" dirty="0"/>
          </a:p>
        </p:txBody>
      </p:sp>
      <p:sp>
        <p:nvSpPr>
          <p:cNvPr id="9" name="Rectangle 8"/>
          <p:cNvSpPr/>
          <p:nvPr/>
        </p:nvSpPr>
        <p:spPr>
          <a:xfrm>
            <a:off x="446534" y="457200"/>
            <a:ext cx="3703320" cy="9499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a:xfrm>
            <a:off x="8042147" y="453643"/>
            <a:ext cx="3703320" cy="98554"/>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grpSp>
        <p:nvGrpSpPr>
          <p:cNvPr id="7" name="Group 6">
            <a:extLst>
              <a:ext uri="{FF2B5EF4-FFF2-40B4-BE49-F238E27FC236}">
                <a16:creationId xmlns:a16="http://schemas.microsoft.com/office/drawing/2014/main" id="{E457D222-120F-E222-DE7E-B44B0BC1863F}"/>
              </a:ext>
            </a:extLst>
          </p:cNvPr>
          <p:cNvGrpSpPr/>
          <p:nvPr userDrawn="1"/>
        </p:nvGrpSpPr>
        <p:grpSpPr>
          <a:xfrm>
            <a:off x="428696" y="482137"/>
            <a:ext cx="11301155" cy="81191"/>
            <a:chOff x="428696" y="482137"/>
            <a:chExt cx="11301155" cy="81191"/>
          </a:xfrm>
        </p:grpSpPr>
        <p:sp>
          <p:nvSpPr>
            <p:cNvPr id="8" name="Rectangle 7">
              <a:extLst>
                <a:ext uri="{FF2B5EF4-FFF2-40B4-BE49-F238E27FC236}">
                  <a16:creationId xmlns:a16="http://schemas.microsoft.com/office/drawing/2014/main" id="{09DF259B-1168-B954-21F8-A08A3C462F3C}"/>
                </a:ext>
              </a:extLst>
            </p:cNvPr>
            <p:cNvSpPr/>
            <p:nvPr/>
          </p:nvSpPr>
          <p:spPr>
            <a:xfrm flipV="1">
              <a:off x="428696" y="482137"/>
              <a:ext cx="3703321" cy="81191"/>
            </a:xfrm>
            <a:prstGeom prst="rect">
              <a:avLst/>
            </a:prstGeom>
            <a:solidFill>
              <a:schemeClr val="accent3"/>
            </a:solidFill>
            <a:ln w="539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FB5A595C-AA3A-9D82-01BB-7810CE5F7A5E}"/>
                </a:ext>
              </a:extLst>
            </p:cNvPr>
            <p:cNvSpPr/>
            <p:nvPr/>
          </p:nvSpPr>
          <p:spPr>
            <a:xfrm flipV="1">
              <a:off x="4235926" y="482137"/>
              <a:ext cx="3703321" cy="81191"/>
            </a:xfrm>
            <a:prstGeom prst="rect">
              <a:avLst/>
            </a:prstGeom>
            <a:solidFill>
              <a:schemeClr val="accent1"/>
            </a:solidFill>
            <a:ln w="539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Rectangle 12">
              <a:extLst>
                <a:ext uri="{FF2B5EF4-FFF2-40B4-BE49-F238E27FC236}">
                  <a16:creationId xmlns:a16="http://schemas.microsoft.com/office/drawing/2014/main" id="{1178CB63-8F78-566B-8120-9DC73FB7B23B}"/>
                </a:ext>
              </a:extLst>
            </p:cNvPr>
            <p:cNvSpPr/>
            <p:nvPr/>
          </p:nvSpPr>
          <p:spPr>
            <a:xfrm flipV="1">
              <a:off x="8026530" y="482137"/>
              <a:ext cx="3703321" cy="81191"/>
            </a:xfrm>
            <a:prstGeom prst="rect">
              <a:avLst/>
            </a:prstGeom>
            <a:solidFill>
              <a:schemeClr val="accent4"/>
            </a:solidFill>
            <a:ln w="539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Tree>
    <p:extLst>
      <p:ext uri="{BB962C8B-B14F-4D97-AF65-F5344CB8AC3E}">
        <p14:creationId xmlns:p14="http://schemas.microsoft.com/office/powerpoint/2010/main" val="110910551"/>
      </p:ext>
    </p:extLst>
  </p:cSld>
  <p:clrMap bg1="lt1" tx1="dk1" bg2="lt2" tx2="dk2" accent1="accent1" accent2="accent2" accent3="accent3" accent4="accent4" accent5="accent5" accent6="accent6" hlink="hlink" folHlink="folHlink"/>
  <p:sldLayoutIdLst>
    <p:sldLayoutId id="2147483800" r:id="rId1"/>
    <p:sldLayoutId id="2147483801" r:id="rId2"/>
    <p:sldLayoutId id="2147483802" r:id="rId3"/>
    <p:sldLayoutId id="2147483803" r:id="rId4"/>
    <p:sldLayoutId id="2147483804" r:id="rId5"/>
    <p:sldLayoutId id="2147483805" r:id="rId6"/>
    <p:sldLayoutId id="2147483806" r:id="rId7"/>
    <p:sldLayoutId id="2147483807" r:id="rId8"/>
    <p:sldLayoutId id="2147483808" r:id="rId9"/>
    <p:sldLayoutId id="2147483809" r:id="rId10"/>
    <p:sldLayoutId id="2147483810" r:id="rId11"/>
    <p:sldLayoutId id="2147483811" r:id="rId12"/>
    <p:sldLayoutId id="2147483812" r:id="rId13"/>
    <p:sldLayoutId id="2147483816" r:id="rId14"/>
    <p:sldLayoutId id="2147483817" r:id="rId15"/>
    <p:sldLayoutId id="2147483818" r:id="rId16"/>
    <p:sldLayoutId id="2147483819" r:id="rId17"/>
    <p:sldLayoutId id="2147483820" r:id="rId18"/>
    <p:sldLayoutId id="2147483821" r:id="rId19"/>
    <p:sldLayoutId id="2147483822" r:id="rId20"/>
  </p:sldLayoutIdLst>
  <p:hf sldNum="0" hdr="0" ftr="0" dt="0"/>
  <p:txStyles>
    <p:titleStyle>
      <a:lvl1pPr algn="l" defTabSz="457200" rtl="0" eaLnBrk="1" latinLnBrk="0" hangingPunct="1">
        <a:spcBef>
          <a:spcPct val="0"/>
        </a:spcBef>
        <a:buNone/>
        <a:defRPr sz="280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06000" indent="-306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800" kern="1200">
          <a:solidFill>
            <a:schemeClr val="tx1">
              <a:lumMod val="75000"/>
              <a:lumOff val="25000"/>
            </a:schemeClr>
          </a:solidFill>
          <a:latin typeface="+mn-lt"/>
          <a:ea typeface="+mn-ea"/>
          <a:cs typeface="+mn-cs"/>
        </a:defRPr>
      </a:lvl1pPr>
      <a:lvl2pPr marL="630000" indent="-306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600" kern="1200">
          <a:solidFill>
            <a:schemeClr val="tx1">
              <a:lumMod val="75000"/>
              <a:lumOff val="25000"/>
            </a:schemeClr>
          </a:solidFill>
          <a:latin typeface="+mn-lt"/>
          <a:ea typeface="+mn-ea"/>
          <a:cs typeface="+mn-cs"/>
        </a:defRPr>
      </a:lvl2pPr>
      <a:lvl3pPr marL="900000" indent="-270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400" kern="1200">
          <a:solidFill>
            <a:schemeClr val="tx1">
              <a:lumMod val="75000"/>
              <a:lumOff val="25000"/>
            </a:schemeClr>
          </a:solidFill>
          <a:latin typeface="+mn-lt"/>
          <a:ea typeface="+mn-ea"/>
          <a:cs typeface="+mn-cs"/>
        </a:defRPr>
      </a:lvl3pPr>
      <a:lvl4pPr marL="1242000" indent="-234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200" kern="1200">
          <a:solidFill>
            <a:schemeClr val="tx1">
              <a:lumMod val="75000"/>
              <a:lumOff val="25000"/>
            </a:schemeClr>
          </a:solidFill>
          <a:latin typeface="+mn-lt"/>
          <a:ea typeface="+mn-ea"/>
          <a:cs typeface="+mn-cs"/>
        </a:defRPr>
      </a:lvl4pPr>
      <a:lvl5pPr marL="1602000" indent="-234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200" kern="1200">
          <a:solidFill>
            <a:schemeClr val="tx1">
              <a:lumMod val="75000"/>
              <a:lumOff val="25000"/>
            </a:schemeClr>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2.xml"/><Relationship Id="rId1" Type="http://schemas.openxmlformats.org/officeDocument/2006/relationships/slideLayout" Target="../slideLayouts/slideLayout13.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3.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3.xml"/><Relationship Id="rId1" Type="http://schemas.openxmlformats.org/officeDocument/2006/relationships/slideLayout" Target="../slideLayouts/slideLayout14.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4.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4.xml"/><Relationship Id="rId1" Type="http://schemas.openxmlformats.org/officeDocument/2006/relationships/slideLayout" Target="../slideLayouts/slideLayout15.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5.xml.rels><?xml version="1.0" encoding="UTF-8" standalone="yes"?>
<Relationships xmlns="http://schemas.openxmlformats.org/package/2006/relationships"><Relationship Id="rId2" Type="http://schemas.openxmlformats.org/officeDocument/2006/relationships/hyperlink" Target="https://biotechjournal.org/index.php/jbai/article/view/84" TargetMode="External"/><Relationship Id="rId1" Type="http://schemas.openxmlformats.org/officeDocument/2006/relationships/slideLayout" Target="../slideLayouts/slideLayout1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5.xml"/></Relationships>
</file>

<file path=ppt/slides/_rels/slide9.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notesSlide" Target="../notesSlides/notesSlide6.xml"/><Relationship Id="rId1" Type="http://schemas.openxmlformats.org/officeDocument/2006/relationships/slideLayout" Target="../slideLayouts/slideLayout16.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8.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9.xml"/></Relationships>
</file>

<file path=ppt/slides/_rels/slide13.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notesSlide" Target="../notesSlides/notesSlide10.xml"/><Relationship Id="rId1" Type="http://schemas.openxmlformats.org/officeDocument/2006/relationships/slideLayout" Target="../slideLayouts/slideLayout20.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479F0267-9D1C-BDA9-A152-B01CD379FC92}"/>
              </a:ext>
            </a:extLst>
          </p:cNvPr>
          <p:cNvSpPr>
            <a:spLocks noGrp="1"/>
          </p:cNvSpPr>
          <p:nvPr>
            <p:ph type="ctrTitle"/>
          </p:nvPr>
        </p:nvSpPr>
        <p:spPr/>
        <p:txBody>
          <a:bodyPr/>
          <a:lstStyle/>
          <a:p>
            <a:pPr algn="ctr">
              <a:lnSpc>
                <a:spcPct val="150000"/>
              </a:lnSpc>
              <a:spcAft>
                <a:spcPts val="800"/>
              </a:spcAft>
            </a:pPr>
            <a:r>
              <a:rPr lang="en-PK" sz="3200" dirty="0">
                <a:solidFill>
                  <a:schemeClr val="tx1"/>
                </a:solidFill>
              </a:rPr>
              <a:t>MS Thesis I P</a:t>
            </a:r>
            <a:r>
              <a:rPr lang="en-US" sz="3200" dirty="0">
                <a:solidFill>
                  <a:schemeClr val="tx1"/>
                </a:solidFill>
              </a:rPr>
              <a:t>RESENTATION</a:t>
            </a:r>
            <a:br>
              <a:rPr lang="en-PK" sz="3200" dirty="0">
                <a:solidFill>
                  <a:schemeClr val="tx1"/>
                </a:solidFill>
              </a:rPr>
            </a:br>
            <a:r>
              <a:rPr lang="en-PK" sz="3200" dirty="0">
                <a:solidFill>
                  <a:schemeClr val="tx1"/>
                </a:solidFill>
              </a:rPr>
              <a:t>	Patient Medical History Generation using AI</a:t>
            </a:r>
            <a:endParaRPr lang="en-US" sz="3200" dirty="0">
              <a:solidFill>
                <a:schemeClr val="tx1"/>
              </a:solidFill>
            </a:endParaRPr>
          </a:p>
        </p:txBody>
      </p:sp>
      <p:sp>
        <p:nvSpPr>
          <p:cNvPr id="4" name="Title 7">
            <a:extLst>
              <a:ext uri="{FF2B5EF4-FFF2-40B4-BE49-F238E27FC236}">
                <a16:creationId xmlns:a16="http://schemas.microsoft.com/office/drawing/2014/main" id="{E50E8F01-A8FB-DF6E-2B7C-A74581CED761}"/>
              </a:ext>
            </a:extLst>
          </p:cNvPr>
          <p:cNvSpPr txBox="1">
            <a:spLocks/>
          </p:cNvSpPr>
          <p:nvPr/>
        </p:nvSpPr>
        <p:spPr>
          <a:xfrm>
            <a:off x="628650" y="3943350"/>
            <a:ext cx="11265407" cy="2914650"/>
          </a:xfrm>
          <a:prstGeom prst="rect">
            <a:avLst/>
          </a:prstGeom>
        </p:spPr>
        <p:txBody>
          <a:bodyPr vert="horz" lIns="91440" tIns="45720" rIns="91440" bIns="45720" rtlCol="0" anchor="b">
            <a:noAutofit/>
          </a:bodyPr>
          <a:lstStyle>
            <a:lvl1pPr algn="l" defTabSz="457200" rtl="0" eaLnBrk="1" latinLnBrk="0" hangingPunct="1">
              <a:spcBef>
                <a:spcPct val="0"/>
              </a:spcBef>
              <a:buNone/>
              <a:defRPr sz="280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gn="ctr">
              <a:lnSpc>
                <a:spcPct val="107000"/>
              </a:lnSpc>
              <a:spcAft>
                <a:spcPts val="800"/>
              </a:spcAft>
            </a:pPr>
            <a:endParaRPr lang="en-US" sz="2000" b="1" kern="100" dirty="0">
              <a:solidFill>
                <a:schemeClr val="tx1"/>
              </a:solidFill>
              <a:effectLst/>
              <a:latin typeface="Times New Roman" panose="02020603050405020304" pitchFamily="18" charset="0"/>
              <a:ea typeface="Aptos" panose="020B0004020202020204" pitchFamily="34" charset="0"/>
              <a:cs typeface="Times New Roman" panose="02020603050405020304" pitchFamily="18" charset="0"/>
            </a:endParaRPr>
          </a:p>
          <a:p>
            <a:pPr algn="ctr">
              <a:lnSpc>
                <a:spcPct val="107000"/>
              </a:lnSpc>
              <a:spcAft>
                <a:spcPts val="800"/>
              </a:spcAft>
            </a:pPr>
            <a:endParaRPr lang="en-US" sz="2000" b="1" kern="100" dirty="0">
              <a:solidFill>
                <a:schemeClr val="tx1"/>
              </a:solidFill>
              <a:latin typeface="Times New Roman" panose="02020603050405020304" pitchFamily="18" charset="0"/>
              <a:ea typeface="Aptos" panose="020B0004020202020204" pitchFamily="34" charset="0"/>
              <a:cs typeface="Times New Roman" panose="02020603050405020304" pitchFamily="18" charset="0"/>
            </a:endParaRPr>
          </a:p>
          <a:p>
            <a:pPr algn="ctr">
              <a:lnSpc>
                <a:spcPct val="107000"/>
              </a:lnSpc>
              <a:spcAft>
                <a:spcPts val="800"/>
              </a:spcAft>
            </a:pPr>
            <a:endParaRPr lang="en-US" sz="2000" b="1" kern="100" dirty="0">
              <a:solidFill>
                <a:schemeClr val="tx1"/>
              </a:solidFill>
              <a:effectLst/>
              <a:latin typeface="Times New Roman" panose="02020603050405020304" pitchFamily="18" charset="0"/>
              <a:ea typeface="Aptos" panose="020B0004020202020204" pitchFamily="34" charset="0"/>
              <a:cs typeface="Times New Roman" panose="02020603050405020304" pitchFamily="18" charset="0"/>
            </a:endParaRPr>
          </a:p>
          <a:p>
            <a:pPr algn="ctr">
              <a:lnSpc>
                <a:spcPct val="107000"/>
              </a:lnSpc>
              <a:spcAft>
                <a:spcPts val="800"/>
              </a:spcAft>
            </a:pPr>
            <a:endParaRPr lang="en-US" sz="2000" b="1" kern="100" dirty="0">
              <a:solidFill>
                <a:schemeClr val="tx1"/>
              </a:solidFill>
              <a:latin typeface="Times New Roman" panose="02020603050405020304" pitchFamily="18" charset="0"/>
              <a:ea typeface="Aptos" panose="020B0004020202020204" pitchFamily="34" charset="0"/>
              <a:cs typeface="Times New Roman" panose="02020603050405020304" pitchFamily="18" charset="0"/>
            </a:endParaRPr>
          </a:p>
          <a:p>
            <a:pPr algn="ctr">
              <a:lnSpc>
                <a:spcPct val="107000"/>
              </a:lnSpc>
              <a:spcAft>
                <a:spcPts val="800"/>
              </a:spcAft>
            </a:pPr>
            <a:r>
              <a:rPr lang="en-PK" sz="2000" b="1" kern="100" dirty="0">
                <a:solidFill>
                  <a:schemeClr val="tx1"/>
                </a:solidFill>
                <a:effectLst/>
                <a:latin typeface="Times New Roman" panose="02020603050405020304" pitchFamily="18" charset="0"/>
                <a:ea typeface="Aptos" panose="020B0004020202020204" pitchFamily="34" charset="0"/>
                <a:cs typeface="Times New Roman" panose="02020603050405020304" pitchFamily="18" charset="0"/>
              </a:rPr>
              <a:t>Student Name: Mairaj Uddin</a:t>
            </a:r>
            <a:endParaRPr lang="en-PK" sz="2000" b="1" kern="100" dirty="0">
              <a:solidFill>
                <a:schemeClr val="tx1"/>
              </a:solidFill>
              <a:effectLst/>
              <a:latin typeface="Aptos" panose="020B0004020202020204" pitchFamily="34" charset="0"/>
              <a:ea typeface="Aptos" panose="020B0004020202020204" pitchFamily="34" charset="0"/>
              <a:cs typeface="Times New Roman" panose="02020603050405020304" pitchFamily="18" charset="0"/>
            </a:endParaRPr>
          </a:p>
          <a:p>
            <a:pPr algn="ctr">
              <a:lnSpc>
                <a:spcPct val="107000"/>
              </a:lnSpc>
              <a:spcAft>
                <a:spcPts val="800"/>
              </a:spcAft>
            </a:pPr>
            <a:r>
              <a:rPr lang="en-PK" sz="2000" b="1" kern="100" dirty="0">
                <a:solidFill>
                  <a:schemeClr val="tx1"/>
                </a:solidFill>
                <a:effectLst/>
                <a:latin typeface="Times New Roman" panose="02020603050405020304" pitchFamily="18" charset="0"/>
                <a:ea typeface="Aptos" panose="020B0004020202020204" pitchFamily="34" charset="0"/>
                <a:cs typeface="Times New Roman" panose="02020603050405020304" pitchFamily="18" charset="0"/>
              </a:rPr>
              <a:t>Roll Number: 23k-8078</a:t>
            </a:r>
            <a:r>
              <a:rPr lang="en-PK" sz="1800" kern="100" dirty="0">
                <a:effectLst/>
                <a:latin typeface="Times New Roman" panose="02020603050405020304" pitchFamily="18" charset="0"/>
                <a:ea typeface="Aptos" panose="020B0004020202020204" pitchFamily="34" charset="0"/>
                <a:cs typeface="Times New Roman" panose="02020603050405020304" pitchFamily="18" charset="0"/>
              </a:rPr>
              <a:t> </a:t>
            </a:r>
            <a:endParaRPr lang="en-PK" sz="1800" kern="100" dirty="0">
              <a:effectLst/>
              <a:latin typeface="Aptos" panose="020B0004020202020204" pitchFamily="34" charset="0"/>
              <a:ea typeface="Aptos" panose="020B0004020202020204" pitchFamily="34" charset="0"/>
              <a:cs typeface="Times New Roman" panose="02020603050405020304" pitchFamily="18" charset="0"/>
            </a:endParaRPr>
          </a:p>
          <a:p>
            <a:pPr algn="ctr">
              <a:lnSpc>
                <a:spcPct val="107000"/>
              </a:lnSpc>
              <a:spcAft>
                <a:spcPts val="800"/>
              </a:spcAft>
            </a:pPr>
            <a:r>
              <a:rPr lang="en-PK" sz="1800" kern="100" dirty="0">
                <a:effectLst/>
                <a:latin typeface="Times New Roman" panose="02020603050405020304" pitchFamily="18" charset="0"/>
                <a:ea typeface="Aptos" panose="020B0004020202020204" pitchFamily="34" charset="0"/>
                <a:cs typeface="Times New Roman" panose="02020603050405020304" pitchFamily="18" charset="0"/>
              </a:rPr>
              <a:t> </a:t>
            </a:r>
            <a:endParaRPr lang="en-PK" sz="1800" kern="100" dirty="0">
              <a:effectLst/>
              <a:latin typeface="Aptos" panose="020B0004020202020204" pitchFamily="34" charset="0"/>
              <a:ea typeface="Aptos" panose="020B0004020202020204" pitchFamily="34" charset="0"/>
              <a:cs typeface="Times New Roman" panose="02020603050405020304" pitchFamily="18" charset="0"/>
            </a:endParaRPr>
          </a:p>
          <a:p>
            <a:pPr algn="ctr">
              <a:lnSpc>
                <a:spcPct val="107000"/>
              </a:lnSpc>
              <a:spcAft>
                <a:spcPts val="800"/>
              </a:spcAft>
            </a:pPr>
            <a:r>
              <a:rPr lang="en-PK" sz="2000" b="1" kern="100" dirty="0">
                <a:solidFill>
                  <a:schemeClr val="tx1"/>
                </a:solidFill>
                <a:effectLst/>
                <a:latin typeface="Times New Roman" panose="02020603050405020304" pitchFamily="18" charset="0"/>
                <a:ea typeface="Aptos" panose="020B0004020202020204" pitchFamily="34" charset="0"/>
                <a:cs typeface="Times New Roman" panose="02020603050405020304" pitchFamily="18" charset="0"/>
              </a:rPr>
              <a:t>Supervisor Name: Syed Farooq Zaidi</a:t>
            </a:r>
            <a:endParaRPr lang="en-PK" sz="2000" b="1" kern="100" dirty="0">
              <a:solidFill>
                <a:schemeClr val="tx1"/>
              </a:solidFill>
              <a:effectLst/>
              <a:latin typeface="Aptos" panose="020B0004020202020204" pitchFamily="34" charset="0"/>
              <a:ea typeface="Aptos" panose="020B0004020202020204" pitchFamily="34" charset="0"/>
              <a:cs typeface="Times New Roman" panose="02020603050405020304" pitchFamily="18" charset="0"/>
            </a:endParaRPr>
          </a:p>
          <a:p>
            <a:pPr algn="ctr">
              <a:lnSpc>
                <a:spcPct val="107000"/>
              </a:lnSpc>
              <a:spcAft>
                <a:spcPts val="800"/>
              </a:spcAft>
            </a:pPr>
            <a:r>
              <a:rPr lang="en-PK" sz="2000" b="1" kern="100" dirty="0">
                <a:solidFill>
                  <a:schemeClr val="tx1"/>
                </a:solidFill>
                <a:effectLst/>
                <a:latin typeface="Times New Roman" panose="02020603050405020304" pitchFamily="18" charset="0"/>
                <a:ea typeface="Aptos" panose="020B0004020202020204" pitchFamily="34" charset="0"/>
                <a:cs typeface="Times New Roman" panose="02020603050405020304" pitchFamily="18" charset="0"/>
              </a:rPr>
              <a:t> </a:t>
            </a:r>
            <a:endParaRPr lang="en-PK" sz="2000" b="1" kern="100" dirty="0">
              <a:solidFill>
                <a:schemeClr val="tx1"/>
              </a:solidFill>
              <a:effectLst/>
              <a:latin typeface="Aptos" panose="020B0004020202020204" pitchFamily="34" charset="0"/>
              <a:ea typeface="Aptos" panose="020B0004020202020204" pitchFamily="34" charset="0"/>
              <a:cs typeface="Times New Roman" panose="02020603050405020304" pitchFamily="18" charset="0"/>
            </a:endParaRPr>
          </a:p>
          <a:p>
            <a:pPr algn="ctr"/>
            <a:r>
              <a:rPr lang="en-PK" sz="2000" b="1" dirty="0">
                <a:solidFill>
                  <a:schemeClr val="tx1"/>
                </a:solidFill>
                <a:effectLst/>
                <a:latin typeface="Times New Roman" panose="02020603050405020304" pitchFamily="18" charset="0"/>
                <a:ea typeface="Aptos" panose="020B0004020202020204" pitchFamily="34" charset="0"/>
              </a:rPr>
              <a:t>National University of Computer and Emerging Sciences</a:t>
            </a:r>
            <a:endParaRPr lang="en-US" sz="3600" b="1" dirty="0">
              <a:solidFill>
                <a:schemeClr val="tx1"/>
              </a:solidFill>
            </a:endParaRPr>
          </a:p>
        </p:txBody>
      </p:sp>
      <p:pic>
        <p:nvPicPr>
          <p:cNvPr id="5" name="Picture 4">
            <a:extLst>
              <a:ext uri="{FF2B5EF4-FFF2-40B4-BE49-F238E27FC236}">
                <a16:creationId xmlns:a16="http://schemas.microsoft.com/office/drawing/2014/main" id="{69F55986-B8BF-4551-8CFA-80077D1EBCB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362892" y="2695892"/>
            <a:ext cx="1466215" cy="1466215"/>
          </a:xfrm>
          <a:prstGeom prst="rect">
            <a:avLst/>
          </a:prstGeom>
        </p:spPr>
      </p:pic>
    </p:spTree>
    <p:extLst>
      <p:ext uri="{BB962C8B-B14F-4D97-AF65-F5344CB8AC3E}">
        <p14:creationId xmlns:p14="http://schemas.microsoft.com/office/powerpoint/2010/main" val="103975908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8" name="Rectangle 67">
            <a:extLst>
              <a:ext uri="{FF2B5EF4-FFF2-40B4-BE49-F238E27FC236}">
                <a16:creationId xmlns:a16="http://schemas.microsoft.com/office/drawing/2014/main" id="{B448728E-2EDF-4F60-A97C-C0F08E06DB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457200"/>
            <a:ext cx="3703320" cy="9499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PK"/>
          </a:p>
        </p:txBody>
      </p:sp>
      <p:sp>
        <p:nvSpPr>
          <p:cNvPr id="70" name="Rectangle 69">
            <a:extLst>
              <a:ext uri="{FF2B5EF4-FFF2-40B4-BE49-F238E27FC236}">
                <a16:creationId xmlns:a16="http://schemas.microsoft.com/office/drawing/2014/main" id="{78CBB40F-4E03-45AE-9020-C27B0AE7FD2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042147" y="453643"/>
            <a:ext cx="3703320" cy="98554"/>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PK"/>
          </a:p>
        </p:txBody>
      </p:sp>
      <p:sp>
        <p:nvSpPr>
          <p:cNvPr id="72" name="Rectangle 71">
            <a:extLst>
              <a:ext uri="{FF2B5EF4-FFF2-40B4-BE49-F238E27FC236}">
                <a16:creationId xmlns:a16="http://schemas.microsoft.com/office/drawing/2014/main" id="{A9F7CCD1-513F-4B7A-9497-7AA9144DB3B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PK"/>
          </a:p>
        </p:txBody>
      </p:sp>
      <p:sp>
        <p:nvSpPr>
          <p:cNvPr id="13" name="Title 12">
            <a:extLst>
              <a:ext uri="{FF2B5EF4-FFF2-40B4-BE49-F238E27FC236}">
                <a16:creationId xmlns:a16="http://schemas.microsoft.com/office/drawing/2014/main" id="{FB23E1E4-7CB2-923B-9D41-672CB85E05DA}"/>
              </a:ext>
            </a:extLst>
          </p:cNvPr>
          <p:cNvSpPr>
            <a:spLocks noGrp="1"/>
          </p:cNvSpPr>
          <p:nvPr>
            <p:ph type="title"/>
          </p:nvPr>
        </p:nvSpPr>
        <p:spPr>
          <a:xfrm>
            <a:off x="581192" y="702156"/>
            <a:ext cx="11029616" cy="1188720"/>
          </a:xfrm>
        </p:spPr>
        <p:txBody>
          <a:bodyPr vert="horz" lIns="91440" tIns="45720" rIns="91440" bIns="45720" rtlCol="0" anchor="b">
            <a:normAutofit/>
          </a:bodyPr>
          <a:lstStyle/>
          <a:p>
            <a:r>
              <a:rPr lang="en-US" b="0" kern="1200" cap="all" dirty="0">
                <a:solidFill>
                  <a:schemeClr val="tx1">
                    <a:lumMod val="75000"/>
                    <a:lumOff val="25000"/>
                  </a:schemeClr>
                </a:solidFill>
                <a:latin typeface="+mj-lt"/>
                <a:ea typeface="+mj-ea"/>
                <a:cs typeface="+mj-cs"/>
              </a:rPr>
              <a:t>Agenda	</a:t>
            </a:r>
          </a:p>
        </p:txBody>
      </p:sp>
      <p:graphicFrame>
        <p:nvGraphicFramePr>
          <p:cNvPr id="55" name="Content Placeholder 7">
            <a:extLst>
              <a:ext uri="{FF2B5EF4-FFF2-40B4-BE49-F238E27FC236}">
                <a16:creationId xmlns:a16="http://schemas.microsoft.com/office/drawing/2014/main" id="{157340C3-BCD8-1587-1D21-A74D19453B10}"/>
              </a:ext>
            </a:extLst>
          </p:cNvPr>
          <p:cNvGraphicFramePr>
            <a:graphicFrameLocks noGrp="1"/>
          </p:cNvGraphicFramePr>
          <p:nvPr>
            <p:ph sz="quarter" idx="4"/>
            <p:extLst>
              <p:ext uri="{D42A27DB-BD31-4B8C-83A1-F6EECF244321}">
                <p14:modId xmlns:p14="http://schemas.microsoft.com/office/powerpoint/2010/main" val="788219522"/>
              </p:ext>
            </p:extLst>
          </p:nvPr>
        </p:nvGraphicFramePr>
        <p:xfrm>
          <a:off x="581025" y="2341563"/>
          <a:ext cx="11029950" cy="381428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20112592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0">
            <a:extLst>
              <a:ext uri="{FF2B5EF4-FFF2-40B4-BE49-F238E27FC236}">
                <a16:creationId xmlns:a16="http://schemas.microsoft.com/office/drawing/2014/main" id="{14F75C72-AC0A-455A-02BD-0DD050DECBB4}"/>
              </a:ext>
            </a:extLst>
          </p:cNvPr>
          <p:cNvSpPr txBox="1">
            <a:spLocks/>
          </p:cNvSpPr>
          <p:nvPr/>
        </p:nvSpPr>
        <p:spPr>
          <a:xfrm>
            <a:off x="457200" y="690880"/>
            <a:ext cx="11267440" cy="1143000"/>
          </a:xfrm>
          <a:prstGeom prst="rect">
            <a:avLst/>
          </a:prstGeom>
        </p:spPr>
        <p:txBody>
          <a:bodyPr vert="horz" lIns="91440" tIns="45720" rIns="91440" bIns="45720" rtlCol="0" anchor="b">
            <a:noAutofit/>
          </a:bodyPr>
          <a:lstStyle>
            <a:lvl1pPr algn="ctr" defTabSz="457200" rtl="0" eaLnBrk="1" latinLnBrk="0" hangingPunct="1">
              <a:spcBef>
                <a:spcPct val="0"/>
              </a:spcBef>
              <a:buNone/>
              <a:defRPr sz="400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dirty="0"/>
              <a:t>ABSTRACT</a:t>
            </a:r>
          </a:p>
        </p:txBody>
      </p:sp>
      <p:graphicFrame>
        <p:nvGraphicFramePr>
          <p:cNvPr id="10" name="TextBox 7">
            <a:extLst>
              <a:ext uri="{FF2B5EF4-FFF2-40B4-BE49-F238E27FC236}">
                <a16:creationId xmlns:a16="http://schemas.microsoft.com/office/drawing/2014/main" id="{F63CF245-4773-AA01-D3D6-55BD6C2975BE}"/>
              </a:ext>
            </a:extLst>
          </p:cNvPr>
          <p:cNvGraphicFramePr/>
          <p:nvPr>
            <p:extLst>
              <p:ext uri="{D42A27DB-BD31-4B8C-83A1-F6EECF244321}">
                <p14:modId xmlns:p14="http://schemas.microsoft.com/office/powerpoint/2010/main" val="1078737954"/>
              </p:ext>
            </p:extLst>
          </p:nvPr>
        </p:nvGraphicFramePr>
        <p:xfrm>
          <a:off x="0" y="2024380"/>
          <a:ext cx="12192000" cy="458587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43519539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0" name="Rectangle 39">
            <a:extLst>
              <a:ext uri="{FF2B5EF4-FFF2-40B4-BE49-F238E27FC236}">
                <a16:creationId xmlns:a16="http://schemas.microsoft.com/office/drawing/2014/main" id="{B448728E-2EDF-4F60-A97C-C0F08E06DB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457200"/>
            <a:ext cx="3703320" cy="9499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PK"/>
          </a:p>
        </p:txBody>
      </p:sp>
      <p:sp>
        <p:nvSpPr>
          <p:cNvPr id="42" name="Rectangle 41">
            <a:extLst>
              <a:ext uri="{FF2B5EF4-FFF2-40B4-BE49-F238E27FC236}">
                <a16:creationId xmlns:a16="http://schemas.microsoft.com/office/drawing/2014/main" id="{78CBB40F-4E03-45AE-9020-C27B0AE7FD2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042147" y="453643"/>
            <a:ext cx="3703320" cy="98554"/>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PK"/>
          </a:p>
        </p:txBody>
      </p:sp>
      <p:sp>
        <p:nvSpPr>
          <p:cNvPr id="44" name="Rectangle 43">
            <a:extLst>
              <a:ext uri="{FF2B5EF4-FFF2-40B4-BE49-F238E27FC236}">
                <a16:creationId xmlns:a16="http://schemas.microsoft.com/office/drawing/2014/main" id="{A9F7CCD1-513F-4B7A-9497-7AA9144DB3B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PK"/>
          </a:p>
        </p:txBody>
      </p:sp>
      <p:sp useBgFill="1">
        <p:nvSpPr>
          <p:cNvPr id="46" name="Rectangle 45">
            <a:extLst>
              <a:ext uri="{FF2B5EF4-FFF2-40B4-BE49-F238E27FC236}">
                <a16:creationId xmlns:a16="http://schemas.microsoft.com/office/drawing/2014/main" id="{F92989FB-1024-49B7-BDF1-B3CE27D4862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800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itle 10">
            <a:extLst>
              <a:ext uri="{FF2B5EF4-FFF2-40B4-BE49-F238E27FC236}">
                <a16:creationId xmlns:a16="http://schemas.microsoft.com/office/drawing/2014/main" id="{FF0FD1A0-C075-EE18-B3AE-363C242D0BCE}"/>
              </a:ext>
            </a:extLst>
          </p:cNvPr>
          <p:cNvSpPr>
            <a:spLocks noGrp="1"/>
          </p:cNvSpPr>
          <p:nvPr>
            <p:ph type="title"/>
          </p:nvPr>
        </p:nvSpPr>
        <p:spPr>
          <a:xfrm>
            <a:off x="746228" y="1037967"/>
            <a:ext cx="3054091" cy="4709131"/>
          </a:xfrm>
        </p:spPr>
        <p:txBody>
          <a:bodyPr vert="horz" lIns="91440" tIns="45720" rIns="91440" bIns="45720" rtlCol="0" anchor="ctr">
            <a:normAutofit/>
          </a:bodyPr>
          <a:lstStyle/>
          <a:p>
            <a:r>
              <a:rPr lang="en-US" b="0" kern="1200" cap="all" dirty="0">
                <a:solidFill>
                  <a:schemeClr val="tx1">
                    <a:lumMod val="75000"/>
                    <a:lumOff val="25000"/>
                  </a:schemeClr>
                </a:solidFill>
                <a:latin typeface="+mj-lt"/>
                <a:ea typeface="+mj-ea"/>
                <a:cs typeface="+mj-cs"/>
              </a:rPr>
              <a:t>INTRODUCTION</a:t>
            </a:r>
          </a:p>
        </p:txBody>
      </p:sp>
      <p:sp>
        <p:nvSpPr>
          <p:cNvPr id="48" name="Rectangle 47">
            <a:extLst>
              <a:ext uri="{FF2B5EF4-FFF2-40B4-BE49-F238E27FC236}">
                <a16:creationId xmlns:a16="http://schemas.microsoft.com/office/drawing/2014/main" id="{2987D6F4-EC95-4EF1-A8AD-4B70386CEE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457200"/>
            <a:ext cx="3703320" cy="9499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PK"/>
          </a:p>
        </p:txBody>
      </p:sp>
      <p:sp>
        <p:nvSpPr>
          <p:cNvPr id="50" name="Rectangle 49">
            <a:extLst>
              <a:ext uri="{FF2B5EF4-FFF2-40B4-BE49-F238E27FC236}">
                <a16:creationId xmlns:a16="http://schemas.microsoft.com/office/drawing/2014/main" id="{F5F792DF-9D0A-4DB6-9A9E-7312F5A7E87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41830" y="457200"/>
            <a:ext cx="749808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PK"/>
          </a:p>
        </p:txBody>
      </p:sp>
      <p:graphicFrame>
        <p:nvGraphicFramePr>
          <p:cNvPr id="36" name="Content Placeholder 33">
            <a:extLst>
              <a:ext uri="{FF2B5EF4-FFF2-40B4-BE49-F238E27FC236}">
                <a16:creationId xmlns:a16="http://schemas.microsoft.com/office/drawing/2014/main" id="{3F39BEA3-CB2E-35FC-FABA-24DA6A5E8E08}"/>
              </a:ext>
            </a:extLst>
          </p:cNvPr>
          <p:cNvGraphicFramePr>
            <a:graphicFrameLocks noGrp="1"/>
          </p:cNvGraphicFramePr>
          <p:nvPr>
            <p:ph sz="half" idx="13"/>
            <p:extLst>
              <p:ext uri="{D42A27DB-BD31-4B8C-83A1-F6EECF244321}">
                <p14:modId xmlns:p14="http://schemas.microsoft.com/office/powerpoint/2010/main" val="911911809"/>
              </p:ext>
            </p:extLst>
          </p:nvPr>
        </p:nvGraphicFramePr>
        <p:xfrm>
          <a:off x="4598438" y="1207783"/>
          <a:ext cx="7012370" cy="470913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83740220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4" name="Rectangle 33">
            <a:extLst>
              <a:ext uri="{FF2B5EF4-FFF2-40B4-BE49-F238E27FC236}">
                <a16:creationId xmlns:a16="http://schemas.microsoft.com/office/drawing/2014/main" id="{DD651B61-325E-4E73-8445-38B0DE8AAAB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457200"/>
            <a:ext cx="3703320" cy="9499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PK"/>
          </a:p>
        </p:txBody>
      </p:sp>
      <p:sp>
        <p:nvSpPr>
          <p:cNvPr id="36" name="Rectangle 35">
            <a:extLst>
              <a:ext uri="{FF2B5EF4-FFF2-40B4-BE49-F238E27FC236}">
                <a16:creationId xmlns:a16="http://schemas.microsoft.com/office/drawing/2014/main" id="{B42E5253-D3AC-4AC2-B766-8B34F13C2F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042147" y="453643"/>
            <a:ext cx="3703320" cy="98554"/>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PK"/>
          </a:p>
        </p:txBody>
      </p:sp>
      <p:sp>
        <p:nvSpPr>
          <p:cNvPr id="38" name="Rectangle 37">
            <a:extLst>
              <a:ext uri="{FF2B5EF4-FFF2-40B4-BE49-F238E27FC236}">
                <a16:creationId xmlns:a16="http://schemas.microsoft.com/office/drawing/2014/main" id="{10AE8D57-436A-4073-9A75-15BB5949F8B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PK"/>
          </a:p>
        </p:txBody>
      </p:sp>
      <p:sp>
        <p:nvSpPr>
          <p:cNvPr id="40" name="Rectangle 39">
            <a:extLst>
              <a:ext uri="{FF2B5EF4-FFF2-40B4-BE49-F238E27FC236}">
                <a16:creationId xmlns:a16="http://schemas.microsoft.com/office/drawing/2014/main" id="{E2852671-8EB6-4EAF-8AF8-65CF3FD664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3085764"/>
            <a:ext cx="11298932" cy="3338149"/>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PK"/>
          </a:p>
        </p:txBody>
      </p:sp>
      <p:sp useBgFill="1">
        <p:nvSpPr>
          <p:cNvPr id="42" name="Rectangle 41">
            <a:extLst>
              <a:ext uri="{FF2B5EF4-FFF2-40B4-BE49-F238E27FC236}">
                <a16:creationId xmlns:a16="http://schemas.microsoft.com/office/drawing/2014/main" id="{26B4480E-B7FF-4481-890E-043A69AE6FE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44" name="Group 43">
            <a:extLst>
              <a:ext uri="{FF2B5EF4-FFF2-40B4-BE49-F238E27FC236}">
                <a16:creationId xmlns:a16="http://schemas.microsoft.com/office/drawing/2014/main" id="{79394E1F-0B5F-497D-B2A6-8383A2A5483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38068" y="457200"/>
            <a:ext cx="3703320" cy="5935133"/>
            <a:chOff x="438068" y="457200"/>
            <a:chExt cx="3703320" cy="5935133"/>
          </a:xfrm>
        </p:grpSpPr>
        <p:sp>
          <p:nvSpPr>
            <p:cNvPr id="45" name="Rectangle 44">
              <a:extLst>
                <a:ext uri="{FF2B5EF4-FFF2-40B4-BE49-F238E27FC236}">
                  <a16:creationId xmlns:a16="http://schemas.microsoft.com/office/drawing/2014/main" id="{1F1FF39A-AC3C-4066-9D4C-519AA22812E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38068" y="601201"/>
              <a:ext cx="3702134" cy="5791132"/>
            </a:xfrm>
            <a:prstGeom prst="rect">
              <a:avLst/>
            </a:prstGeom>
            <a:solidFill>
              <a:srgbClr val="465359">
                <a:alpha val="97000"/>
              </a:srgbClr>
            </a:solidFill>
            <a:ln w="6350" cmpd="sng">
              <a:noFill/>
            </a:ln>
            <a:effectLst/>
          </p:spPr>
          <p:style>
            <a:lnRef idx="1">
              <a:schemeClr val="accent1"/>
            </a:lnRef>
            <a:fillRef idx="3">
              <a:schemeClr val="accent1"/>
            </a:fillRef>
            <a:effectRef idx="2">
              <a:schemeClr val="accent1"/>
            </a:effectRef>
            <a:fontRef idx="minor">
              <a:schemeClr val="lt1"/>
            </a:fontRef>
          </p:style>
          <p:txBody>
            <a:bodyPr/>
            <a:lstStyle/>
            <a:p>
              <a:endParaRPr lang="en-PK"/>
            </a:p>
          </p:txBody>
        </p:sp>
        <p:sp>
          <p:nvSpPr>
            <p:cNvPr id="46" name="Rectangle 45">
              <a:extLst>
                <a:ext uri="{FF2B5EF4-FFF2-40B4-BE49-F238E27FC236}">
                  <a16:creationId xmlns:a16="http://schemas.microsoft.com/office/drawing/2014/main" id="{64C13BAB-7C00-4D21-A857-E3D41C0A2A6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38068" y="457200"/>
              <a:ext cx="3703320" cy="9499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PK"/>
            </a:p>
          </p:txBody>
        </p:sp>
      </p:grpSp>
      <p:sp>
        <p:nvSpPr>
          <p:cNvPr id="2" name="Title 1">
            <a:extLst>
              <a:ext uri="{FF2B5EF4-FFF2-40B4-BE49-F238E27FC236}">
                <a16:creationId xmlns:a16="http://schemas.microsoft.com/office/drawing/2014/main" id="{FC88A1D9-5C61-B6EB-8BB5-05FF37EB6C45}"/>
              </a:ext>
            </a:extLst>
          </p:cNvPr>
          <p:cNvSpPr>
            <a:spLocks noGrp="1"/>
          </p:cNvSpPr>
          <p:nvPr>
            <p:ph type="title"/>
          </p:nvPr>
        </p:nvSpPr>
        <p:spPr>
          <a:xfrm>
            <a:off x="584200" y="1524001"/>
            <a:ext cx="3412067" cy="3478384"/>
          </a:xfrm>
        </p:spPr>
        <p:txBody>
          <a:bodyPr vert="horz" lIns="91440" tIns="45720" rIns="91440" bIns="45720" rtlCol="0" anchor="b">
            <a:normAutofit/>
          </a:bodyPr>
          <a:lstStyle/>
          <a:p>
            <a:r>
              <a:rPr lang="en-US" sz="3600" dirty="0">
                <a:solidFill>
                  <a:srgbClr val="FFFFFF"/>
                </a:solidFill>
              </a:rPr>
              <a:t>LITERATURE REVIEW</a:t>
            </a:r>
          </a:p>
        </p:txBody>
      </p:sp>
      <p:graphicFrame>
        <p:nvGraphicFramePr>
          <p:cNvPr id="3" name="Table 2">
            <a:extLst>
              <a:ext uri="{FF2B5EF4-FFF2-40B4-BE49-F238E27FC236}">
                <a16:creationId xmlns:a16="http://schemas.microsoft.com/office/drawing/2014/main" id="{E8AF31C4-A8DF-B42C-7487-80E54D108BA0}"/>
              </a:ext>
            </a:extLst>
          </p:cNvPr>
          <p:cNvGraphicFramePr>
            <a:graphicFrameLocks noGrp="1"/>
          </p:cNvGraphicFramePr>
          <p:nvPr>
            <p:extLst>
              <p:ext uri="{D42A27DB-BD31-4B8C-83A1-F6EECF244321}">
                <p14:modId xmlns:p14="http://schemas.microsoft.com/office/powerpoint/2010/main" val="2102007270"/>
              </p:ext>
            </p:extLst>
          </p:nvPr>
        </p:nvGraphicFramePr>
        <p:xfrm>
          <a:off x="4887510" y="618067"/>
          <a:ext cx="6519951" cy="5671870"/>
        </p:xfrm>
        <a:graphic>
          <a:graphicData uri="http://schemas.openxmlformats.org/drawingml/2006/table">
            <a:tbl>
              <a:tblPr firstRow="1" firstCol="1" bandRow="1">
                <a:solidFill>
                  <a:schemeClr val="bg1"/>
                </a:solidFill>
                <a:tableStyleId>{912C8C85-51F0-491E-9774-3900AFEF0FD7}</a:tableStyleId>
              </a:tblPr>
              <a:tblGrid>
                <a:gridCol w="1666758">
                  <a:extLst>
                    <a:ext uri="{9D8B030D-6E8A-4147-A177-3AD203B41FA5}">
                      <a16:colId xmlns:a16="http://schemas.microsoft.com/office/drawing/2014/main" val="3966734457"/>
                    </a:ext>
                  </a:extLst>
                </a:gridCol>
                <a:gridCol w="972015">
                  <a:extLst>
                    <a:ext uri="{9D8B030D-6E8A-4147-A177-3AD203B41FA5}">
                      <a16:colId xmlns:a16="http://schemas.microsoft.com/office/drawing/2014/main" val="1798209652"/>
                    </a:ext>
                  </a:extLst>
                </a:gridCol>
                <a:gridCol w="1326922">
                  <a:extLst>
                    <a:ext uri="{9D8B030D-6E8A-4147-A177-3AD203B41FA5}">
                      <a16:colId xmlns:a16="http://schemas.microsoft.com/office/drawing/2014/main" val="3347136128"/>
                    </a:ext>
                  </a:extLst>
                </a:gridCol>
                <a:gridCol w="753399">
                  <a:extLst>
                    <a:ext uri="{9D8B030D-6E8A-4147-A177-3AD203B41FA5}">
                      <a16:colId xmlns:a16="http://schemas.microsoft.com/office/drawing/2014/main" val="2730776882"/>
                    </a:ext>
                  </a:extLst>
                </a:gridCol>
                <a:gridCol w="1800857">
                  <a:extLst>
                    <a:ext uri="{9D8B030D-6E8A-4147-A177-3AD203B41FA5}">
                      <a16:colId xmlns:a16="http://schemas.microsoft.com/office/drawing/2014/main" val="1124833072"/>
                    </a:ext>
                  </a:extLst>
                </a:gridCol>
              </a:tblGrid>
              <a:tr h="394602">
                <a:tc>
                  <a:txBody>
                    <a:bodyPr/>
                    <a:lstStyle/>
                    <a:p>
                      <a:pPr algn="just">
                        <a:lnSpc>
                          <a:spcPct val="150000"/>
                        </a:lnSpc>
                        <a:spcAft>
                          <a:spcPts val="800"/>
                        </a:spcAft>
                      </a:pPr>
                      <a:r>
                        <a:rPr lang="en-PK" sz="700" b="0" kern="100" cap="none" spc="0" dirty="0">
                          <a:solidFill>
                            <a:schemeClr val="bg1"/>
                          </a:solidFill>
                          <a:effectLst/>
                        </a:rPr>
                        <a:t>Study/Research</a:t>
                      </a:r>
                      <a:endParaRPr lang="en-PK" sz="700" b="0" kern="100" cap="none" spc="0" dirty="0">
                        <a:solidFill>
                          <a:schemeClr val="bg1"/>
                        </a:solidFill>
                        <a:effectLst/>
                        <a:latin typeface="Aptos" panose="020B0004020202020204" pitchFamily="34" charset="0"/>
                        <a:ea typeface="Aptos" panose="020B0004020202020204" pitchFamily="34" charset="0"/>
                        <a:cs typeface="Times New Roman" panose="02020603050405020304" pitchFamily="18" charset="0"/>
                      </a:endParaRPr>
                    </a:p>
                  </a:txBody>
                  <a:tcPr marL="56731" marR="25260" marT="43639" marB="43639" anchor="ctr">
                    <a:lnL w="19050" cap="flat" cmpd="sng" algn="ctr">
                      <a:solidFill>
                        <a:schemeClr val="tx1"/>
                      </a:solidFill>
                      <a:prstDash val="solid"/>
                    </a:lnL>
                    <a:lnR w="12700" cmpd="sng">
                      <a:noFill/>
                    </a:lnR>
                    <a:lnT w="19050" cap="flat" cmpd="sng" algn="ctr">
                      <a:solidFill>
                        <a:schemeClr val="tx1"/>
                      </a:solidFill>
                      <a:prstDash val="solid"/>
                    </a:lnT>
                    <a:lnB w="38100" cmpd="sng">
                      <a:noFill/>
                    </a:lnB>
                    <a:solidFill>
                      <a:schemeClr val="tx1"/>
                    </a:solidFill>
                  </a:tcPr>
                </a:tc>
                <a:tc>
                  <a:txBody>
                    <a:bodyPr/>
                    <a:lstStyle/>
                    <a:p>
                      <a:pPr algn="just">
                        <a:lnSpc>
                          <a:spcPct val="150000"/>
                        </a:lnSpc>
                        <a:spcAft>
                          <a:spcPts val="800"/>
                        </a:spcAft>
                      </a:pPr>
                      <a:r>
                        <a:rPr lang="en-PK" sz="700" b="0" kern="100" cap="none" spc="0" dirty="0">
                          <a:solidFill>
                            <a:schemeClr val="bg1"/>
                          </a:solidFill>
                          <a:effectLst/>
                        </a:rPr>
                        <a:t>Technology</a:t>
                      </a:r>
                      <a:endParaRPr lang="en-PK" sz="700" b="0" kern="100" cap="none" spc="0" dirty="0">
                        <a:solidFill>
                          <a:schemeClr val="bg1"/>
                        </a:solidFill>
                        <a:effectLst/>
                        <a:latin typeface="Aptos" panose="020B0004020202020204" pitchFamily="34" charset="0"/>
                        <a:ea typeface="Aptos" panose="020B0004020202020204" pitchFamily="34" charset="0"/>
                        <a:cs typeface="Times New Roman" panose="02020603050405020304" pitchFamily="18" charset="0"/>
                      </a:endParaRPr>
                    </a:p>
                  </a:txBody>
                  <a:tcPr marL="56731" marR="25260" marT="43639" marB="43639" anchor="ctr">
                    <a:lnL w="12700" cmpd="sng">
                      <a:noFill/>
                    </a:lnL>
                    <a:lnR w="12700" cmpd="sng">
                      <a:noFill/>
                    </a:lnR>
                    <a:lnT w="19050" cap="flat" cmpd="sng" algn="ctr">
                      <a:solidFill>
                        <a:schemeClr val="tx1"/>
                      </a:solidFill>
                      <a:prstDash val="solid"/>
                    </a:lnT>
                    <a:lnB w="38100" cmpd="sng">
                      <a:noFill/>
                    </a:lnB>
                    <a:solidFill>
                      <a:schemeClr val="tx1"/>
                    </a:solidFill>
                  </a:tcPr>
                </a:tc>
                <a:tc>
                  <a:txBody>
                    <a:bodyPr/>
                    <a:lstStyle/>
                    <a:p>
                      <a:pPr>
                        <a:lnSpc>
                          <a:spcPct val="150000"/>
                        </a:lnSpc>
                        <a:spcAft>
                          <a:spcPts val="800"/>
                        </a:spcAft>
                      </a:pPr>
                      <a:r>
                        <a:rPr lang="en-PK" sz="700" b="0" kern="100" cap="none" spc="0" dirty="0">
                          <a:solidFill>
                            <a:schemeClr val="bg1"/>
                          </a:solidFill>
                          <a:effectLst/>
                        </a:rPr>
                        <a:t>Customized AI Agents for Comprehensive EMR Coverage</a:t>
                      </a:r>
                      <a:endParaRPr lang="en-PK" sz="700" b="0" kern="100" cap="none" spc="0" dirty="0">
                        <a:solidFill>
                          <a:schemeClr val="bg1"/>
                        </a:solidFill>
                        <a:effectLst/>
                        <a:latin typeface="Aptos" panose="020B0004020202020204" pitchFamily="34" charset="0"/>
                        <a:ea typeface="Aptos" panose="020B0004020202020204" pitchFamily="34" charset="0"/>
                        <a:cs typeface="Times New Roman" panose="02020603050405020304" pitchFamily="18" charset="0"/>
                      </a:endParaRPr>
                    </a:p>
                  </a:txBody>
                  <a:tcPr marL="56731" marR="25260" marT="43639" marB="43639" anchor="ctr">
                    <a:lnL w="12700" cmpd="sng">
                      <a:noFill/>
                    </a:lnL>
                    <a:lnR w="12700" cmpd="sng">
                      <a:noFill/>
                    </a:lnR>
                    <a:lnT w="19050" cap="flat" cmpd="sng" algn="ctr">
                      <a:solidFill>
                        <a:schemeClr val="tx1"/>
                      </a:solidFill>
                      <a:prstDash val="solid"/>
                    </a:lnT>
                    <a:lnB w="38100" cmpd="sng">
                      <a:noFill/>
                    </a:lnB>
                    <a:solidFill>
                      <a:schemeClr val="tx1"/>
                    </a:solidFill>
                  </a:tcPr>
                </a:tc>
                <a:tc>
                  <a:txBody>
                    <a:bodyPr/>
                    <a:lstStyle/>
                    <a:p>
                      <a:pPr>
                        <a:lnSpc>
                          <a:spcPct val="150000"/>
                        </a:lnSpc>
                        <a:spcAft>
                          <a:spcPts val="800"/>
                        </a:spcAft>
                      </a:pPr>
                      <a:r>
                        <a:rPr lang="en-PK" sz="700" b="0" kern="100" cap="none" spc="0" dirty="0">
                          <a:solidFill>
                            <a:schemeClr val="bg1"/>
                          </a:solidFill>
                          <a:effectLst/>
                        </a:rPr>
                        <a:t>Handle to incomplete EMR</a:t>
                      </a:r>
                      <a:endParaRPr lang="en-PK" sz="700" b="0" kern="100" cap="none" spc="0" dirty="0">
                        <a:solidFill>
                          <a:schemeClr val="bg1"/>
                        </a:solidFill>
                        <a:effectLst/>
                        <a:latin typeface="Aptos" panose="020B0004020202020204" pitchFamily="34" charset="0"/>
                        <a:ea typeface="Aptos" panose="020B0004020202020204" pitchFamily="34" charset="0"/>
                        <a:cs typeface="Times New Roman" panose="02020603050405020304" pitchFamily="18" charset="0"/>
                      </a:endParaRPr>
                    </a:p>
                  </a:txBody>
                  <a:tcPr marL="56731" marR="25260" marT="43639" marB="43639" anchor="ctr">
                    <a:lnL w="12700" cmpd="sng">
                      <a:noFill/>
                    </a:lnL>
                    <a:lnR w="12700" cmpd="sng">
                      <a:noFill/>
                    </a:lnR>
                    <a:lnT w="19050" cap="flat" cmpd="sng" algn="ctr">
                      <a:solidFill>
                        <a:schemeClr val="tx1"/>
                      </a:solidFill>
                      <a:prstDash val="solid"/>
                    </a:lnT>
                    <a:lnB w="38100" cmpd="sng">
                      <a:noFill/>
                    </a:lnB>
                    <a:solidFill>
                      <a:schemeClr val="tx1"/>
                    </a:solidFill>
                  </a:tcPr>
                </a:tc>
                <a:tc>
                  <a:txBody>
                    <a:bodyPr/>
                    <a:lstStyle/>
                    <a:p>
                      <a:pPr algn="just">
                        <a:lnSpc>
                          <a:spcPct val="150000"/>
                        </a:lnSpc>
                        <a:spcAft>
                          <a:spcPts val="800"/>
                        </a:spcAft>
                      </a:pPr>
                      <a:r>
                        <a:rPr lang="en-PK" sz="700" b="0" kern="100" cap="none" spc="0" dirty="0">
                          <a:solidFill>
                            <a:schemeClr val="bg1"/>
                          </a:solidFill>
                          <a:effectLst/>
                        </a:rPr>
                        <a:t>Outcome/Findings</a:t>
                      </a:r>
                      <a:endParaRPr lang="en-PK" sz="700" b="0" kern="100" cap="none" spc="0" dirty="0">
                        <a:solidFill>
                          <a:schemeClr val="bg1"/>
                        </a:solidFill>
                        <a:effectLst/>
                        <a:latin typeface="Aptos" panose="020B0004020202020204" pitchFamily="34" charset="0"/>
                        <a:ea typeface="Aptos" panose="020B0004020202020204" pitchFamily="34" charset="0"/>
                        <a:cs typeface="Times New Roman" panose="02020603050405020304" pitchFamily="18" charset="0"/>
                      </a:endParaRPr>
                    </a:p>
                  </a:txBody>
                  <a:tcPr marL="56731" marR="25260" marT="43639" marB="43639" anchor="ctr">
                    <a:lnL w="12700" cmpd="sng">
                      <a:noFill/>
                    </a:lnL>
                    <a:lnR w="12700" cmpd="sng">
                      <a:noFill/>
                    </a:lnR>
                    <a:lnT w="19050" cap="flat" cmpd="sng" algn="ctr">
                      <a:solidFill>
                        <a:schemeClr val="tx1"/>
                      </a:solidFill>
                      <a:prstDash val="solid"/>
                    </a:lnT>
                    <a:lnB w="38100" cmpd="sng">
                      <a:noFill/>
                    </a:lnB>
                    <a:solidFill>
                      <a:schemeClr val="tx1"/>
                    </a:solidFill>
                  </a:tcPr>
                </a:tc>
                <a:extLst>
                  <a:ext uri="{0D108BD9-81ED-4DB2-BD59-A6C34878D82A}">
                    <a16:rowId xmlns:a16="http://schemas.microsoft.com/office/drawing/2014/main" val="2399092824"/>
                  </a:ext>
                </a:extLst>
              </a:tr>
              <a:tr h="1034826">
                <a:tc>
                  <a:txBody>
                    <a:bodyPr/>
                    <a:lstStyle/>
                    <a:p>
                      <a:pPr>
                        <a:lnSpc>
                          <a:spcPct val="115000"/>
                        </a:lnSpc>
                        <a:spcAft>
                          <a:spcPts val="800"/>
                        </a:spcAft>
                      </a:pPr>
                      <a:r>
                        <a:rPr lang="en-PK" sz="700" b="1" kern="100" cap="none" spc="0">
                          <a:solidFill>
                            <a:schemeClr val="bg1"/>
                          </a:solidFill>
                          <a:effectLst/>
                        </a:rPr>
                        <a:t>Applying generative AI with retrieval augmented generation to summarize and extract key clinical information from electronic health records.</a:t>
                      </a:r>
                      <a:endParaRPr lang="en-PK" sz="700" b="1" kern="100" cap="none" spc="0">
                        <a:solidFill>
                          <a:schemeClr val="bg1"/>
                        </a:solidFill>
                        <a:effectLst/>
                        <a:latin typeface="Aptos" panose="020B0004020202020204" pitchFamily="34" charset="0"/>
                        <a:ea typeface="Aptos" panose="020B0004020202020204" pitchFamily="34" charset="0"/>
                        <a:cs typeface="Times New Roman" panose="02020603050405020304" pitchFamily="18" charset="0"/>
                      </a:endParaRPr>
                    </a:p>
                  </a:txBody>
                  <a:tcPr marL="56731" marR="21892" marT="43639" marB="43639">
                    <a:lnL w="19050" cap="flat" cmpd="sng" algn="ctr">
                      <a:solidFill>
                        <a:schemeClr val="tx1"/>
                      </a:solidFill>
                      <a:prstDash val="solid"/>
                    </a:lnL>
                    <a:lnR w="6350" cap="flat" cmpd="sng" algn="ctr">
                      <a:solidFill>
                        <a:schemeClr val="tx1">
                          <a:lumMod val="50000"/>
                          <a:lumOff val="50000"/>
                        </a:schemeClr>
                      </a:solidFill>
                      <a:prstDash val="solid"/>
                    </a:lnR>
                    <a:lnT w="38100" cmpd="sng">
                      <a:noFill/>
                    </a:lnT>
                    <a:lnB w="6350" cap="flat" cmpd="sng" algn="ctr">
                      <a:solidFill>
                        <a:schemeClr val="tx1">
                          <a:lumMod val="50000"/>
                          <a:lumOff val="50000"/>
                        </a:schemeClr>
                      </a:solidFill>
                      <a:prstDash val="solid"/>
                    </a:lnB>
                    <a:noFill/>
                  </a:tcPr>
                </a:tc>
                <a:tc>
                  <a:txBody>
                    <a:bodyPr/>
                    <a:lstStyle/>
                    <a:p>
                      <a:pPr algn="just">
                        <a:lnSpc>
                          <a:spcPct val="150000"/>
                        </a:lnSpc>
                        <a:spcAft>
                          <a:spcPts val="800"/>
                        </a:spcAft>
                      </a:pPr>
                      <a:r>
                        <a:rPr lang="en-PK" sz="700" kern="100" cap="none" spc="0" dirty="0">
                          <a:solidFill>
                            <a:schemeClr val="tx1"/>
                          </a:solidFill>
                          <a:effectLst/>
                        </a:rPr>
                        <a:t>RAG, LLMs, zero-shot prompt engineering</a:t>
                      </a:r>
                      <a:endParaRPr lang="en-PK" sz="700" kern="100" cap="none" spc="0" dirty="0">
                        <a:solidFill>
                          <a:schemeClr val="tx1"/>
                        </a:solidFill>
                        <a:effectLst/>
                        <a:latin typeface="Aptos" panose="020B0004020202020204" pitchFamily="34" charset="0"/>
                        <a:ea typeface="Aptos" panose="020B0004020202020204" pitchFamily="34" charset="0"/>
                        <a:cs typeface="Times New Roman" panose="02020603050405020304" pitchFamily="18" charset="0"/>
                      </a:endParaRPr>
                    </a:p>
                  </a:txBody>
                  <a:tcPr marL="56731" marR="21892" marT="43639" marB="43639">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38100" cmpd="sng">
                      <a:noFill/>
                    </a:lnT>
                    <a:lnB w="6350" cap="flat" cmpd="sng" algn="ctr">
                      <a:solidFill>
                        <a:schemeClr val="tx1">
                          <a:lumMod val="50000"/>
                          <a:lumOff val="50000"/>
                        </a:schemeClr>
                      </a:solidFill>
                      <a:prstDash val="solid"/>
                    </a:lnB>
                    <a:noFill/>
                  </a:tcPr>
                </a:tc>
                <a:tc>
                  <a:txBody>
                    <a:bodyPr/>
                    <a:lstStyle/>
                    <a:p>
                      <a:pPr algn="ctr">
                        <a:lnSpc>
                          <a:spcPct val="150000"/>
                        </a:lnSpc>
                        <a:spcAft>
                          <a:spcPts val="800"/>
                        </a:spcAft>
                      </a:pPr>
                      <a:r>
                        <a:rPr lang="en-PK" sz="700" kern="100" cap="none" spc="0">
                          <a:solidFill>
                            <a:schemeClr val="tx1"/>
                          </a:solidFill>
                          <a:effectLst/>
                        </a:rPr>
                        <a:t>❌</a:t>
                      </a:r>
                      <a:endParaRPr lang="en-PK" sz="700" kern="100" cap="none" spc="0">
                        <a:solidFill>
                          <a:schemeClr val="tx1"/>
                        </a:solidFill>
                        <a:effectLst/>
                        <a:latin typeface="Aptos" panose="020B0004020202020204" pitchFamily="34" charset="0"/>
                        <a:ea typeface="Aptos" panose="020B0004020202020204" pitchFamily="34" charset="0"/>
                        <a:cs typeface="Times New Roman" panose="02020603050405020304" pitchFamily="18" charset="0"/>
                      </a:endParaRPr>
                    </a:p>
                  </a:txBody>
                  <a:tcPr marL="56731" marR="21892" marT="43639" marB="43639">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38100" cmpd="sng">
                      <a:noFill/>
                    </a:lnT>
                    <a:lnB w="6350" cap="flat" cmpd="sng" algn="ctr">
                      <a:solidFill>
                        <a:schemeClr val="tx1">
                          <a:lumMod val="50000"/>
                          <a:lumOff val="50000"/>
                        </a:schemeClr>
                      </a:solidFill>
                      <a:prstDash val="solid"/>
                    </a:lnB>
                    <a:noFill/>
                  </a:tcPr>
                </a:tc>
                <a:tc>
                  <a:txBody>
                    <a:bodyPr/>
                    <a:lstStyle/>
                    <a:p>
                      <a:pPr algn="ctr">
                        <a:lnSpc>
                          <a:spcPct val="150000"/>
                        </a:lnSpc>
                        <a:spcAft>
                          <a:spcPts val="800"/>
                        </a:spcAft>
                      </a:pPr>
                      <a:r>
                        <a:rPr lang="en-PK" sz="700" kern="100" cap="none" spc="0">
                          <a:solidFill>
                            <a:schemeClr val="tx1"/>
                          </a:solidFill>
                          <a:effectLst/>
                        </a:rPr>
                        <a:t>❌</a:t>
                      </a:r>
                      <a:endParaRPr lang="en-PK" sz="700" kern="100" cap="none" spc="0">
                        <a:solidFill>
                          <a:schemeClr val="tx1"/>
                        </a:solidFill>
                        <a:effectLst/>
                        <a:latin typeface="Aptos" panose="020B0004020202020204" pitchFamily="34" charset="0"/>
                        <a:ea typeface="Aptos" panose="020B0004020202020204" pitchFamily="34" charset="0"/>
                        <a:cs typeface="Times New Roman" panose="02020603050405020304" pitchFamily="18" charset="0"/>
                      </a:endParaRPr>
                    </a:p>
                  </a:txBody>
                  <a:tcPr marL="56731" marR="21892" marT="43639" marB="43639">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38100" cmpd="sng">
                      <a:noFill/>
                    </a:lnT>
                    <a:lnB w="6350" cap="flat" cmpd="sng" algn="ctr">
                      <a:solidFill>
                        <a:schemeClr val="tx1">
                          <a:lumMod val="50000"/>
                          <a:lumOff val="50000"/>
                        </a:schemeClr>
                      </a:solidFill>
                      <a:prstDash val="solid"/>
                    </a:lnB>
                    <a:noFill/>
                  </a:tcPr>
                </a:tc>
                <a:tc>
                  <a:txBody>
                    <a:bodyPr/>
                    <a:lstStyle/>
                    <a:p>
                      <a:pPr>
                        <a:lnSpc>
                          <a:spcPct val="115000"/>
                        </a:lnSpc>
                        <a:spcAft>
                          <a:spcPts val="800"/>
                        </a:spcAft>
                      </a:pPr>
                      <a:r>
                        <a:rPr lang="en-PK" sz="700" kern="100" cap="none" spc="0" dirty="0">
                          <a:solidFill>
                            <a:schemeClr val="tx1"/>
                          </a:solidFill>
                          <a:effectLst/>
                        </a:rPr>
                        <a:t>Summarization accuracy improved from 93.25% to 99.25% with RAG integration. RAG minimized data hallucination by providing additional context, although some inaccuracies remained. Achieved 90% accuracy for identifying malnutrition risk factors RAG did not further enhance this accuracy.</a:t>
                      </a:r>
                      <a:endParaRPr lang="en-PK" sz="700" kern="100" cap="none" spc="0" dirty="0">
                        <a:solidFill>
                          <a:schemeClr val="tx1"/>
                        </a:solidFill>
                        <a:effectLst/>
                        <a:latin typeface="Aptos" panose="020B0004020202020204" pitchFamily="34" charset="0"/>
                        <a:ea typeface="Aptos" panose="020B0004020202020204" pitchFamily="34" charset="0"/>
                        <a:cs typeface="Times New Roman" panose="02020603050405020304" pitchFamily="18" charset="0"/>
                      </a:endParaRPr>
                    </a:p>
                  </a:txBody>
                  <a:tcPr marL="56731" marR="21892" marT="43639" marB="43639">
                    <a:lnL w="6350" cap="flat" cmpd="sng" algn="ctr">
                      <a:solidFill>
                        <a:schemeClr val="tx1">
                          <a:lumMod val="50000"/>
                          <a:lumOff val="50000"/>
                        </a:schemeClr>
                      </a:solidFill>
                      <a:prstDash val="solid"/>
                    </a:lnL>
                    <a:lnR w="19050" cap="flat" cmpd="sng" algn="ctr">
                      <a:solidFill>
                        <a:schemeClr val="tx1"/>
                      </a:solidFill>
                      <a:prstDash val="solid"/>
                    </a:lnR>
                    <a:lnT w="38100" cmpd="sng">
                      <a:noFill/>
                    </a:lnT>
                    <a:lnB w="6350" cap="flat" cmpd="sng" algn="ctr">
                      <a:solidFill>
                        <a:schemeClr val="tx1">
                          <a:lumMod val="50000"/>
                          <a:lumOff val="50000"/>
                        </a:schemeClr>
                      </a:solidFill>
                      <a:prstDash val="solid"/>
                    </a:lnB>
                    <a:noFill/>
                  </a:tcPr>
                </a:tc>
                <a:extLst>
                  <a:ext uri="{0D108BD9-81ED-4DB2-BD59-A6C34878D82A}">
                    <a16:rowId xmlns:a16="http://schemas.microsoft.com/office/drawing/2014/main" val="3110570587"/>
                  </a:ext>
                </a:extLst>
              </a:tr>
              <a:tr h="917728">
                <a:tc>
                  <a:txBody>
                    <a:bodyPr/>
                    <a:lstStyle/>
                    <a:p>
                      <a:pPr>
                        <a:lnSpc>
                          <a:spcPct val="115000"/>
                        </a:lnSpc>
                        <a:spcAft>
                          <a:spcPts val="800"/>
                        </a:spcAft>
                      </a:pPr>
                      <a:r>
                        <a:rPr lang="en-PK" sz="700" b="1" kern="100" cap="none" spc="0">
                          <a:solidFill>
                            <a:schemeClr val="bg1"/>
                          </a:solidFill>
                          <a:effectLst/>
                        </a:rPr>
                        <a:t>Intelligent Clinical Documentation Harnessing Generative AI for Patient-Centric Clinical Note Generation </a:t>
                      </a:r>
                      <a:endParaRPr lang="en-PK" sz="700" b="1" kern="100" cap="none" spc="0">
                        <a:solidFill>
                          <a:schemeClr val="bg1"/>
                        </a:solidFill>
                        <a:effectLst/>
                        <a:latin typeface="Aptos" panose="020B0004020202020204" pitchFamily="34" charset="0"/>
                        <a:ea typeface="Aptos" panose="020B0004020202020204" pitchFamily="34" charset="0"/>
                        <a:cs typeface="Times New Roman" panose="02020603050405020304" pitchFamily="18" charset="0"/>
                      </a:endParaRPr>
                    </a:p>
                  </a:txBody>
                  <a:tcPr marL="56731" marR="21892" marT="43639" marB="43639">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6350" cap="flat" cmpd="sng" algn="ctr">
                      <a:solidFill>
                        <a:schemeClr val="tx1">
                          <a:lumMod val="50000"/>
                          <a:lumOff val="50000"/>
                        </a:schemeClr>
                      </a:solidFill>
                      <a:prstDash val="solid"/>
                    </a:lnT>
                    <a:lnB w="6350" cap="flat" cmpd="sng" algn="ctr">
                      <a:solidFill>
                        <a:schemeClr val="tx1">
                          <a:lumMod val="50000"/>
                          <a:lumOff val="50000"/>
                        </a:schemeClr>
                      </a:solidFill>
                      <a:prstDash val="solid"/>
                    </a:lnB>
                    <a:solidFill>
                      <a:schemeClr val="bg1">
                        <a:lumMod val="85000"/>
                      </a:schemeClr>
                    </a:solidFill>
                  </a:tcPr>
                </a:tc>
                <a:tc>
                  <a:txBody>
                    <a:bodyPr/>
                    <a:lstStyle/>
                    <a:p>
                      <a:pPr algn="just">
                        <a:lnSpc>
                          <a:spcPct val="150000"/>
                        </a:lnSpc>
                        <a:spcAft>
                          <a:spcPts val="800"/>
                        </a:spcAft>
                      </a:pPr>
                      <a:r>
                        <a:rPr lang="en-PK" sz="700" kern="100" cap="none" spc="0" dirty="0">
                          <a:solidFill>
                            <a:schemeClr val="tx1"/>
                          </a:solidFill>
                          <a:effectLst/>
                        </a:rPr>
                        <a:t>NLP, LLMs, Automatic Speech Recognition (ASR)</a:t>
                      </a:r>
                      <a:endParaRPr lang="en-PK" sz="700" kern="100" cap="none" spc="0" dirty="0">
                        <a:solidFill>
                          <a:schemeClr val="tx1"/>
                        </a:solidFill>
                        <a:effectLst/>
                        <a:latin typeface="Aptos" panose="020B0004020202020204" pitchFamily="34" charset="0"/>
                        <a:ea typeface="Aptos" panose="020B0004020202020204" pitchFamily="34" charset="0"/>
                        <a:cs typeface="Times New Roman" panose="02020603050405020304" pitchFamily="18" charset="0"/>
                      </a:endParaRPr>
                    </a:p>
                  </a:txBody>
                  <a:tcPr marL="56731" marR="21892" marT="43639" marB="43639">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6350" cap="flat" cmpd="sng" algn="ctr">
                      <a:solidFill>
                        <a:schemeClr val="tx1">
                          <a:lumMod val="50000"/>
                          <a:lumOff val="50000"/>
                        </a:schemeClr>
                      </a:solidFill>
                      <a:prstDash val="solid"/>
                    </a:lnT>
                    <a:lnB w="12700" cmpd="sng">
                      <a:noFill/>
                      <a:prstDash val="solid"/>
                    </a:lnB>
                    <a:solidFill>
                      <a:schemeClr val="bg1">
                        <a:lumMod val="85000"/>
                      </a:schemeClr>
                    </a:solidFill>
                  </a:tcPr>
                </a:tc>
                <a:tc>
                  <a:txBody>
                    <a:bodyPr/>
                    <a:lstStyle/>
                    <a:p>
                      <a:pPr algn="ctr">
                        <a:lnSpc>
                          <a:spcPct val="150000"/>
                        </a:lnSpc>
                        <a:spcAft>
                          <a:spcPts val="800"/>
                        </a:spcAft>
                      </a:pPr>
                      <a:r>
                        <a:rPr lang="en-PK" sz="700" kern="100" cap="none" spc="0">
                          <a:solidFill>
                            <a:schemeClr val="tx1"/>
                          </a:solidFill>
                          <a:effectLst/>
                        </a:rPr>
                        <a:t>❌</a:t>
                      </a:r>
                      <a:endParaRPr lang="en-PK" sz="700" kern="100" cap="none" spc="0">
                        <a:solidFill>
                          <a:schemeClr val="tx1"/>
                        </a:solidFill>
                        <a:effectLst/>
                        <a:latin typeface="Aptos" panose="020B0004020202020204" pitchFamily="34" charset="0"/>
                        <a:ea typeface="Aptos" panose="020B0004020202020204" pitchFamily="34" charset="0"/>
                        <a:cs typeface="Times New Roman" panose="02020603050405020304" pitchFamily="18" charset="0"/>
                      </a:endParaRPr>
                    </a:p>
                  </a:txBody>
                  <a:tcPr marL="56731" marR="21892" marT="43639" marB="43639">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6350" cap="flat" cmpd="sng" algn="ctr">
                      <a:solidFill>
                        <a:schemeClr val="tx1">
                          <a:lumMod val="50000"/>
                          <a:lumOff val="50000"/>
                        </a:schemeClr>
                      </a:solidFill>
                      <a:prstDash val="solid"/>
                    </a:lnT>
                    <a:lnB w="12700" cmpd="sng">
                      <a:noFill/>
                      <a:prstDash val="solid"/>
                    </a:lnB>
                    <a:solidFill>
                      <a:schemeClr val="bg1">
                        <a:lumMod val="85000"/>
                      </a:schemeClr>
                    </a:solidFill>
                  </a:tcPr>
                </a:tc>
                <a:tc>
                  <a:txBody>
                    <a:bodyPr/>
                    <a:lstStyle/>
                    <a:p>
                      <a:pPr algn="ctr">
                        <a:lnSpc>
                          <a:spcPct val="150000"/>
                        </a:lnSpc>
                        <a:spcAft>
                          <a:spcPts val="800"/>
                        </a:spcAft>
                      </a:pPr>
                      <a:r>
                        <a:rPr lang="en-PK" sz="700" kern="100" cap="none" spc="0">
                          <a:solidFill>
                            <a:schemeClr val="tx1"/>
                          </a:solidFill>
                          <a:effectLst/>
                        </a:rPr>
                        <a:t>❌</a:t>
                      </a:r>
                      <a:endParaRPr lang="en-PK" sz="700" kern="100" cap="none" spc="0">
                        <a:solidFill>
                          <a:schemeClr val="tx1"/>
                        </a:solidFill>
                        <a:effectLst/>
                        <a:latin typeface="Aptos" panose="020B0004020202020204" pitchFamily="34" charset="0"/>
                        <a:ea typeface="Aptos" panose="020B0004020202020204" pitchFamily="34" charset="0"/>
                        <a:cs typeface="Times New Roman" panose="02020603050405020304" pitchFamily="18" charset="0"/>
                      </a:endParaRPr>
                    </a:p>
                  </a:txBody>
                  <a:tcPr marL="56731" marR="21892" marT="43639" marB="43639">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6350" cap="flat" cmpd="sng" algn="ctr">
                      <a:solidFill>
                        <a:schemeClr val="tx1">
                          <a:lumMod val="50000"/>
                          <a:lumOff val="50000"/>
                        </a:schemeClr>
                      </a:solidFill>
                      <a:prstDash val="solid"/>
                    </a:lnT>
                    <a:lnB w="12700" cmpd="sng">
                      <a:noFill/>
                      <a:prstDash val="solid"/>
                    </a:lnB>
                    <a:solidFill>
                      <a:schemeClr val="bg1">
                        <a:lumMod val="85000"/>
                      </a:schemeClr>
                    </a:solidFill>
                  </a:tcPr>
                </a:tc>
                <a:tc>
                  <a:txBody>
                    <a:bodyPr/>
                    <a:lstStyle/>
                    <a:p>
                      <a:pPr>
                        <a:lnSpc>
                          <a:spcPct val="115000"/>
                        </a:lnSpc>
                        <a:spcAft>
                          <a:spcPts val="800"/>
                        </a:spcAft>
                      </a:pPr>
                      <a:r>
                        <a:rPr lang="en-PK" sz="700" kern="100" cap="none" spc="0" dirty="0">
                          <a:solidFill>
                            <a:schemeClr val="tx1"/>
                          </a:solidFill>
                          <a:effectLst/>
                        </a:rPr>
                        <a:t>This paper explores generative AI's potential to streamline clinical documentation by automatically generating SOAP and BIRP notes from patient interactions. Using NLP and ASR technologies. It also highlights ethical considerations and challenges, such as privacy, model reliability.</a:t>
                      </a:r>
                      <a:endParaRPr lang="en-PK" sz="700" kern="100" cap="none" spc="0" dirty="0">
                        <a:solidFill>
                          <a:schemeClr val="tx1"/>
                        </a:solidFill>
                        <a:effectLst/>
                        <a:latin typeface="Aptos" panose="020B0004020202020204" pitchFamily="34" charset="0"/>
                        <a:ea typeface="Aptos" panose="020B0004020202020204" pitchFamily="34" charset="0"/>
                        <a:cs typeface="Times New Roman" panose="02020603050405020304" pitchFamily="18" charset="0"/>
                      </a:endParaRPr>
                    </a:p>
                  </a:txBody>
                  <a:tcPr marL="56731" marR="21892" marT="43639" marB="43639">
                    <a:lnL w="6350" cap="flat" cmpd="sng" algn="ctr">
                      <a:solidFill>
                        <a:schemeClr val="tx1">
                          <a:lumMod val="50000"/>
                          <a:lumOff val="50000"/>
                        </a:schemeClr>
                      </a:solidFill>
                      <a:prstDash val="solid"/>
                    </a:lnL>
                    <a:lnR w="19050" cap="flat" cmpd="sng" algn="ctr">
                      <a:solidFill>
                        <a:schemeClr val="tx1"/>
                      </a:solidFill>
                      <a:prstDash val="solid"/>
                    </a:lnR>
                    <a:lnT w="6350" cap="flat" cmpd="sng" algn="ctr">
                      <a:solidFill>
                        <a:schemeClr val="tx1">
                          <a:lumMod val="50000"/>
                          <a:lumOff val="50000"/>
                        </a:schemeClr>
                      </a:solidFill>
                      <a:prstDash val="solid"/>
                    </a:lnT>
                    <a:lnB w="12700" cmpd="sng">
                      <a:noFill/>
                      <a:prstDash val="solid"/>
                    </a:lnB>
                    <a:solidFill>
                      <a:schemeClr val="bg1">
                        <a:lumMod val="85000"/>
                      </a:schemeClr>
                    </a:solidFill>
                  </a:tcPr>
                </a:tc>
                <a:extLst>
                  <a:ext uri="{0D108BD9-81ED-4DB2-BD59-A6C34878D82A}">
                    <a16:rowId xmlns:a16="http://schemas.microsoft.com/office/drawing/2014/main" val="3094105899"/>
                  </a:ext>
                </a:extLst>
              </a:tr>
              <a:tr h="1034826">
                <a:tc>
                  <a:txBody>
                    <a:bodyPr/>
                    <a:lstStyle/>
                    <a:p>
                      <a:pPr>
                        <a:lnSpc>
                          <a:spcPct val="115000"/>
                        </a:lnSpc>
                        <a:spcAft>
                          <a:spcPts val="800"/>
                        </a:spcAft>
                      </a:pPr>
                      <a:r>
                        <a:rPr lang="en-PK" sz="700" b="1" u="none" strike="noStrike" kern="100" cap="none" spc="0">
                          <a:solidFill>
                            <a:schemeClr val="bg1"/>
                          </a:solidFill>
                          <a:effectLst/>
                          <a:hlinkClick r:id="rId2">
                            <a:extLst>
                              <a:ext uri="{A12FA001-AC4F-418D-AE19-62706E023703}">
                                <ahyp:hlinkClr xmlns:ahyp="http://schemas.microsoft.com/office/drawing/2018/hyperlinkcolor" val="tx"/>
                              </a:ext>
                            </a:extLst>
                          </a:hlinkClick>
                        </a:rPr>
                        <a:t>AI-powered Clinical Decision Support Systems for Precision Medicine: Developing AI-powered systems to provide clinicians with decision support tailored to</a:t>
                      </a:r>
                      <a:r>
                        <a:rPr lang="en-PK" sz="700" b="1" kern="100" cap="none" spc="0">
                          <a:solidFill>
                            <a:schemeClr val="bg1"/>
                          </a:solidFill>
                          <a:effectLst/>
                        </a:rPr>
                        <a:t> individual patient characteristics</a:t>
                      </a:r>
                      <a:endParaRPr lang="en-PK" sz="700" b="1" kern="100" cap="none" spc="0">
                        <a:solidFill>
                          <a:schemeClr val="bg1"/>
                        </a:solidFill>
                        <a:effectLst/>
                        <a:latin typeface="Aptos" panose="020B0004020202020204" pitchFamily="34" charset="0"/>
                        <a:ea typeface="Aptos" panose="020B0004020202020204" pitchFamily="34" charset="0"/>
                        <a:cs typeface="Times New Roman" panose="02020603050405020304" pitchFamily="18" charset="0"/>
                      </a:endParaRPr>
                    </a:p>
                  </a:txBody>
                  <a:tcPr marL="56731" marR="21892" marT="43639" marB="43639">
                    <a:lnL w="19050" cap="flat" cmpd="sng" algn="ctr">
                      <a:solidFill>
                        <a:schemeClr val="tx1"/>
                      </a:solidFill>
                      <a:prstDash val="solid"/>
                    </a:lnL>
                    <a:lnR w="6350" cap="flat" cmpd="sng" algn="ctr">
                      <a:solidFill>
                        <a:schemeClr val="tx1">
                          <a:lumMod val="50000"/>
                          <a:lumOff val="50000"/>
                        </a:schemeClr>
                      </a:solidFill>
                      <a:prstDash val="solid"/>
                    </a:lnR>
                    <a:lnT w="6350" cap="flat" cmpd="sng" algn="ctr">
                      <a:solidFill>
                        <a:schemeClr val="tx1">
                          <a:lumMod val="50000"/>
                          <a:lumOff val="50000"/>
                        </a:schemeClr>
                      </a:solidFill>
                      <a:prstDash val="solid"/>
                    </a:lnT>
                    <a:lnB w="6350" cap="flat" cmpd="sng" algn="ctr">
                      <a:solidFill>
                        <a:schemeClr val="tx1">
                          <a:lumMod val="50000"/>
                          <a:lumOff val="50000"/>
                        </a:schemeClr>
                      </a:solidFill>
                      <a:prstDash val="solid"/>
                    </a:lnB>
                    <a:noFill/>
                  </a:tcPr>
                </a:tc>
                <a:tc>
                  <a:txBody>
                    <a:bodyPr/>
                    <a:lstStyle/>
                    <a:p>
                      <a:pPr algn="just">
                        <a:lnSpc>
                          <a:spcPct val="150000"/>
                        </a:lnSpc>
                        <a:spcAft>
                          <a:spcPts val="800"/>
                        </a:spcAft>
                      </a:pPr>
                      <a:r>
                        <a:rPr lang="en-PK" sz="700" kern="100" cap="none" spc="0" dirty="0">
                          <a:solidFill>
                            <a:schemeClr val="tx1"/>
                          </a:solidFill>
                          <a:effectLst/>
                        </a:rPr>
                        <a:t>ML, Data Analytics</a:t>
                      </a:r>
                      <a:endParaRPr lang="en-PK" sz="700" kern="100" cap="none" spc="0" dirty="0">
                        <a:solidFill>
                          <a:schemeClr val="tx1"/>
                        </a:solidFill>
                        <a:effectLst/>
                        <a:latin typeface="Aptos" panose="020B0004020202020204" pitchFamily="34" charset="0"/>
                        <a:ea typeface="Aptos" panose="020B0004020202020204" pitchFamily="34" charset="0"/>
                        <a:cs typeface="Times New Roman" panose="02020603050405020304" pitchFamily="18" charset="0"/>
                      </a:endParaRPr>
                    </a:p>
                  </a:txBody>
                  <a:tcPr marL="56731" marR="21892" marT="43639" marB="43639">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12700" cmpd="sng">
                      <a:noFill/>
                      <a:prstDash val="solid"/>
                    </a:lnT>
                    <a:lnB w="6350" cap="flat" cmpd="sng" algn="ctr">
                      <a:solidFill>
                        <a:schemeClr val="tx1">
                          <a:lumMod val="50000"/>
                          <a:lumOff val="50000"/>
                        </a:schemeClr>
                      </a:solidFill>
                      <a:prstDash val="solid"/>
                    </a:lnB>
                    <a:noFill/>
                  </a:tcPr>
                </a:tc>
                <a:tc>
                  <a:txBody>
                    <a:bodyPr/>
                    <a:lstStyle/>
                    <a:p>
                      <a:pPr algn="ctr">
                        <a:lnSpc>
                          <a:spcPct val="150000"/>
                        </a:lnSpc>
                        <a:spcAft>
                          <a:spcPts val="800"/>
                        </a:spcAft>
                      </a:pPr>
                      <a:r>
                        <a:rPr lang="en-PK" sz="700" kern="100" cap="none" spc="0">
                          <a:solidFill>
                            <a:schemeClr val="tx1"/>
                          </a:solidFill>
                          <a:effectLst/>
                        </a:rPr>
                        <a:t>❌</a:t>
                      </a:r>
                      <a:endParaRPr lang="en-PK" sz="700" kern="100" cap="none" spc="0">
                        <a:solidFill>
                          <a:schemeClr val="tx1"/>
                        </a:solidFill>
                        <a:effectLst/>
                        <a:latin typeface="Aptos" panose="020B0004020202020204" pitchFamily="34" charset="0"/>
                        <a:ea typeface="Aptos" panose="020B0004020202020204" pitchFamily="34" charset="0"/>
                        <a:cs typeface="Times New Roman" panose="02020603050405020304" pitchFamily="18" charset="0"/>
                      </a:endParaRPr>
                    </a:p>
                  </a:txBody>
                  <a:tcPr marL="56731" marR="21892" marT="43639" marB="43639">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12700" cmpd="sng">
                      <a:noFill/>
                      <a:prstDash val="solid"/>
                    </a:lnT>
                    <a:lnB w="6350" cap="flat" cmpd="sng" algn="ctr">
                      <a:solidFill>
                        <a:schemeClr val="tx1">
                          <a:lumMod val="50000"/>
                          <a:lumOff val="50000"/>
                        </a:schemeClr>
                      </a:solidFill>
                      <a:prstDash val="solid"/>
                    </a:lnB>
                    <a:noFill/>
                  </a:tcPr>
                </a:tc>
                <a:tc>
                  <a:txBody>
                    <a:bodyPr/>
                    <a:lstStyle/>
                    <a:p>
                      <a:pPr algn="ctr">
                        <a:lnSpc>
                          <a:spcPct val="150000"/>
                        </a:lnSpc>
                        <a:spcAft>
                          <a:spcPts val="800"/>
                        </a:spcAft>
                      </a:pPr>
                      <a:r>
                        <a:rPr lang="en-PK" sz="700" kern="100" cap="none" spc="0">
                          <a:solidFill>
                            <a:schemeClr val="tx1"/>
                          </a:solidFill>
                          <a:effectLst/>
                        </a:rPr>
                        <a:t>❌</a:t>
                      </a:r>
                      <a:endParaRPr lang="en-PK" sz="700" kern="100" cap="none" spc="0">
                        <a:solidFill>
                          <a:schemeClr val="tx1"/>
                        </a:solidFill>
                        <a:effectLst/>
                        <a:latin typeface="Aptos" panose="020B0004020202020204" pitchFamily="34" charset="0"/>
                        <a:ea typeface="Aptos" panose="020B0004020202020204" pitchFamily="34" charset="0"/>
                        <a:cs typeface="Times New Roman" panose="02020603050405020304" pitchFamily="18" charset="0"/>
                      </a:endParaRPr>
                    </a:p>
                  </a:txBody>
                  <a:tcPr marL="56731" marR="21892" marT="43639" marB="43639">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12700" cmpd="sng">
                      <a:noFill/>
                      <a:prstDash val="solid"/>
                    </a:lnT>
                    <a:lnB w="6350" cap="flat" cmpd="sng" algn="ctr">
                      <a:solidFill>
                        <a:schemeClr val="tx1">
                          <a:lumMod val="50000"/>
                          <a:lumOff val="50000"/>
                        </a:schemeClr>
                      </a:solidFill>
                      <a:prstDash val="solid"/>
                    </a:lnB>
                    <a:noFill/>
                  </a:tcPr>
                </a:tc>
                <a:tc>
                  <a:txBody>
                    <a:bodyPr/>
                    <a:lstStyle/>
                    <a:p>
                      <a:pPr>
                        <a:lnSpc>
                          <a:spcPct val="115000"/>
                        </a:lnSpc>
                        <a:spcAft>
                          <a:spcPts val="800"/>
                        </a:spcAft>
                      </a:pPr>
                      <a:r>
                        <a:rPr lang="en-PK" sz="700" kern="100" cap="none" spc="0" dirty="0">
                          <a:solidFill>
                            <a:schemeClr val="tx1"/>
                          </a:solidFill>
                          <a:effectLst/>
                        </a:rPr>
                        <a:t>By </a:t>
                      </a:r>
                      <a:r>
                        <a:rPr lang="en-PK" sz="700" kern="100" cap="none" spc="0" dirty="0" err="1">
                          <a:solidFill>
                            <a:schemeClr val="tx1"/>
                          </a:solidFill>
                          <a:effectLst/>
                        </a:rPr>
                        <a:t>analyzing</a:t>
                      </a:r>
                      <a:r>
                        <a:rPr lang="en-PK" sz="700" kern="100" cap="none" spc="0" dirty="0">
                          <a:solidFill>
                            <a:schemeClr val="tx1"/>
                          </a:solidFill>
                          <a:effectLst/>
                        </a:rPr>
                        <a:t> patient records, genetic profiles, and medical research, AI-driven CDSS provides clinicians with tailored recommendations, improving decision-making in patient care. The paper highlights the system’s potential to enhance clinical outcomes, lower healthcare costs, and increase patient satisfaction </a:t>
                      </a:r>
                      <a:endParaRPr lang="en-PK" sz="700" kern="100" cap="none" spc="0" dirty="0">
                        <a:solidFill>
                          <a:schemeClr val="tx1"/>
                        </a:solidFill>
                        <a:effectLst/>
                        <a:latin typeface="Aptos" panose="020B0004020202020204" pitchFamily="34" charset="0"/>
                        <a:ea typeface="Aptos" panose="020B0004020202020204" pitchFamily="34" charset="0"/>
                        <a:cs typeface="Times New Roman" panose="02020603050405020304" pitchFamily="18" charset="0"/>
                      </a:endParaRPr>
                    </a:p>
                  </a:txBody>
                  <a:tcPr marL="56731" marR="21892" marT="43639" marB="43639">
                    <a:lnL w="6350" cap="flat" cmpd="sng" algn="ctr">
                      <a:solidFill>
                        <a:schemeClr val="tx1">
                          <a:lumMod val="50000"/>
                          <a:lumOff val="50000"/>
                        </a:schemeClr>
                      </a:solidFill>
                      <a:prstDash val="solid"/>
                    </a:lnL>
                    <a:lnR w="19050" cap="flat" cmpd="sng" algn="ctr">
                      <a:solidFill>
                        <a:schemeClr val="tx1"/>
                      </a:solidFill>
                      <a:prstDash val="solid"/>
                    </a:lnR>
                    <a:lnT w="12700" cmpd="sng">
                      <a:noFill/>
                      <a:prstDash val="solid"/>
                    </a:lnT>
                    <a:lnB w="6350" cap="flat" cmpd="sng" algn="ctr">
                      <a:solidFill>
                        <a:schemeClr val="tx1">
                          <a:lumMod val="50000"/>
                          <a:lumOff val="50000"/>
                        </a:schemeClr>
                      </a:solidFill>
                      <a:prstDash val="solid"/>
                    </a:lnB>
                    <a:noFill/>
                  </a:tcPr>
                </a:tc>
                <a:extLst>
                  <a:ext uri="{0D108BD9-81ED-4DB2-BD59-A6C34878D82A}">
                    <a16:rowId xmlns:a16="http://schemas.microsoft.com/office/drawing/2014/main" val="211441856"/>
                  </a:ext>
                </a:extLst>
              </a:tr>
              <a:tr h="1034826">
                <a:tc>
                  <a:txBody>
                    <a:bodyPr/>
                    <a:lstStyle/>
                    <a:p>
                      <a:pPr>
                        <a:lnSpc>
                          <a:spcPct val="115000"/>
                        </a:lnSpc>
                        <a:spcAft>
                          <a:spcPts val="800"/>
                        </a:spcAft>
                      </a:pPr>
                      <a:r>
                        <a:rPr lang="en-PK" sz="700" b="1" kern="100" cap="none" spc="0">
                          <a:solidFill>
                            <a:schemeClr val="bg1"/>
                          </a:solidFill>
                          <a:effectLst/>
                        </a:rPr>
                        <a:t>Transforming healthcare documentation: harnessing the potential of AI to generate discharge summaries</a:t>
                      </a:r>
                      <a:endParaRPr lang="en-PK" sz="700" b="1" kern="100" cap="none" spc="0">
                        <a:solidFill>
                          <a:schemeClr val="bg1"/>
                        </a:solidFill>
                        <a:effectLst/>
                        <a:latin typeface="Aptos" panose="020B0004020202020204" pitchFamily="34" charset="0"/>
                        <a:ea typeface="Aptos" panose="020B0004020202020204" pitchFamily="34" charset="0"/>
                        <a:cs typeface="Times New Roman" panose="02020603050405020304" pitchFamily="18" charset="0"/>
                      </a:endParaRPr>
                    </a:p>
                  </a:txBody>
                  <a:tcPr marL="56731" marR="21892" marT="43639" marB="43639">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6350" cap="flat" cmpd="sng" algn="ctr">
                      <a:solidFill>
                        <a:schemeClr val="tx1">
                          <a:lumMod val="50000"/>
                          <a:lumOff val="50000"/>
                        </a:schemeClr>
                      </a:solidFill>
                      <a:prstDash val="solid"/>
                    </a:lnT>
                    <a:lnB w="6350" cap="flat" cmpd="sng" algn="ctr">
                      <a:solidFill>
                        <a:schemeClr val="tx1">
                          <a:lumMod val="50000"/>
                          <a:lumOff val="50000"/>
                        </a:schemeClr>
                      </a:solidFill>
                      <a:prstDash val="solid"/>
                    </a:lnB>
                    <a:solidFill>
                      <a:schemeClr val="bg1">
                        <a:lumMod val="85000"/>
                      </a:schemeClr>
                    </a:solidFill>
                  </a:tcPr>
                </a:tc>
                <a:tc>
                  <a:txBody>
                    <a:bodyPr/>
                    <a:lstStyle/>
                    <a:p>
                      <a:pPr algn="just">
                        <a:lnSpc>
                          <a:spcPct val="150000"/>
                        </a:lnSpc>
                        <a:spcAft>
                          <a:spcPts val="800"/>
                        </a:spcAft>
                      </a:pPr>
                      <a:r>
                        <a:rPr lang="en-PK" sz="700" kern="100" cap="none" spc="0" dirty="0">
                          <a:solidFill>
                            <a:schemeClr val="tx1"/>
                          </a:solidFill>
                          <a:effectLst/>
                        </a:rPr>
                        <a:t>LLMs, NLP</a:t>
                      </a:r>
                      <a:endParaRPr lang="en-PK" sz="700" kern="100" cap="none" spc="0" dirty="0">
                        <a:solidFill>
                          <a:schemeClr val="tx1"/>
                        </a:solidFill>
                        <a:effectLst/>
                        <a:latin typeface="Aptos" panose="020B0004020202020204" pitchFamily="34" charset="0"/>
                        <a:ea typeface="Aptos" panose="020B0004020202020204" pitchFamily="34" charset="0"/>
                        <a:cs typeface="Times New Roman" panose="02020603050405020304" pitchFamily="18" charset="0"/>
                      </a:endParaRPr>
                    </a:p>
                  </a:txBody>
                  <a:tcPr marL="56731" marR="21892" marT="43639" marB="43639">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6350" cap="flat" cmpd="sng" algn="ctr">
                      <a:solidFill>
                        <a:schemeClr val="tx1">
                          <a:lumMod val="50000"/>
                          <a:lumOff val="50000"/>
                        </a:schemeClr>
                      </a:solidFill>
                      <a:prstDash val="solid"/>
                    </a:lnT>
                    <a:lnB w="12700" cmpd="sng">
                      <a:noFill/>
                      <a:prstDash val="solid"/>
                    </a:lnB>
                    <a:solidFill>
                      <a:schemeClr val="bg1">
                        <a:lumMod val="85000"/>
                      </a:schemeClr>
                    </a:solidFill>
                  </a:tcPr>
                </a:tc>
                <a:tc>
                  <a:txBody>
                    <a:bodyPr/>
                    <a:lstStyle/>
                    <a:p>
                      <a:pPr algn="ctr">
                        <a:lnSpc>
                          <a:spcPct val="150000"/>
                        </a:lnSpc>
                        <a:spcAft>
                          <a:spcPts val="800"/>
                        </a:spcAft>
                      </a:pPr>
                      <a:r>
                        <a:rPr lang="en-PK" sz="700" kern="100" cap="none" spc="0">
                          <a:solidFill>
                            <a:schemeClr val="tx1"/>
                          </a:solidFill>
                          <a:effectLst/>
                        </a:rPr>
                        <a:t>❌</a:t>
                      </a:r>
                      <a:endParaRPr lang="en-PK" sz="700" kern="100" cap="none" spc="0">
                        <a:solidFill>
                          <a:schemeClr val="tx1"/>
                        </a:solidFill>
                        <a:effectLst/>
                        <a:latin typeface="Aptos" panose="020B0004020202020204" pitchFamily="34" charset="0"/>
                        <a:ea typeface="Aptos" panose="020B0004020202020204" pitchFamily="34" charset="0"/>
                        <a:cs typeface="Times New Roman" panose="02020603050405020304" pitchFamily="18" charset="0"/>
                      </a:endParaRPr>
                    </a:p>
                  </a:txBody>
                  <a:tcPr marL="56731" marR="21892" marT="43639" marB="43639">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6350" cap="flat" cmpd="sng" algn="ctr">
                      <a:solidFill>
                        <a:schemeClr val="tx1">
                          <a:lumMod val="50000"/>
                          <a:lumOff val="50000"/>
                        </a:schemeClr>
                      </a:solidFill>
                      <a:prstDash val="solid"/>
                    </a:lnT>
                    <a:lnB w="12700" cmpd="sng">
                      <a:noFill/>
                      <a:prstDash val="solid"/>
                    </a:lnB>
                    <a:solidFill>
                      <a:schemeClr val="bg1">
                        <a:lumMod val="85000"/>
                      </a:schemeClr>
                    </a:solidFill>
                  </a:tcPr>
                </a:tc>
                <a:tc>
                  <a:txBody>
                    <a:bodyPr/>
                    <a:lstStyle/>
                    <a:p>
                      <a:pPr algn="ctr">
                        <a:lnSpc>
                          <a:spcPct val="150000"/>
                        </a:lnSpc>
                        <a:spcAft>
                          <a:spcPts val="800"/>
                        </a:spcAft>
                      </a:pPr>
                      <a:r>
                        <a:rPr lang="en-PK" sz="700" kern="100" cap="none" spc="0">
                          <a:solidFill>
                            <a:schemeClr val="tx1"/>
                          </a:solidFill>
                          <a:effectLst/>
                        </a:rPr>
                        <a:t>❌</a:t>
                      </a:r>
                      <a:endParaRPr lang="en-PK" sz="700" kern="100" cap="none" spc="0">
                        <a:solidFill>
                          <a:schemeClr val="tx1"/>
                        </a:solidFill>
                        <a:effectLst/>
                        <a:latin typeface="Aptos" panose="020B0004020202020204" pitchFamily="34" charset="0"/>
                        <a:ea typeface="Aptos" panose="020B0004020202020204" pitchFamily="34" charset="0"/>
                        <a:cs typeface="Times New Roman" panose="02020603050405020304" pitchFamily="18" charset="0"/>
                      </a:endParaRPr>
                    </a:p>
                  </a:txBody>
                  <a:tcPr marL="56731" marR="21892" marT="43639" marB="43639">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6350" cap="flat" cmpd="sng" algn="ctr">
                      <a:solidFill>
                        <a:schemeClr val="tx1">
                          <a:lumMod val="50000"/>
                          <a:lumOff val="50000"/>
                        </a:schemeClr>
                      </a:solidFill>
                      <a:prstDash val="solid"/>
                    </a:lnT>
                    <a:lnB w="12700" cmpd="sng">
                      <a:noFill/>
                      <a:prstDash val="solid"/>
                    </a:lnB>
                    <a:solidFill>
                      <a:schemeClr val="bg1">
                        <a:lumMod val="85000"/>
                      </a:schemeClr>
                    </a:solidFill>
                  </a:tcPr>
                </a:tc>
                <a:tc>
                  <a:txBody>
                    <a:bodyPr/>
                    <a:lstStyle/>
                    <a:p>
                      <a:pPr>
                        <a:lnSpc>
                          <a:spcPct val="115000"/>
                        </a:lnSpc>
                        <a:spcAft>
                          <a:spcPts val="800"/>
                        </a:spcAft>
                      </a:pPr>
                      <a:r>
                        <a:rPr lang="en-PK" sz="700" kern="100" cap="none" spc="0" dirty="0">
                          <a:solidFill>
                            <a:schemeClr val="tx1"/>
                          </a:solidFill>
                          <a:effectLst/>
                        </a:rPr>
                        <a:t>This study assesses effectiveness in generating hospital discharge summaries and compares its performance to that of junior doctors. Using 25 mock patient vignettes, produced summaries met quality standards equivalent to doctor-written summaries, with AI-generated summaries from human-written ones. </a:t>
                      </a:r>
                      <a:endParaRPr lang="en-PK" sz="700" kern="100" cap="none" spc="0" dirty="0">
                        <a:solidFill>
                          <a:schemeClr val="tx1"/>
                        </a:solidFill>
                        <a:effectLst/>
                        <a:latin typeface="Aptos" panose="020B0004020202020204" pitchFamily="34" charset="0"/>
                        <a:ea typeface="Aptos" panose="020B0004020202020204" pitchFamily="34" charset="0"/>
                        <a:cs typeface="Times New Roman" panose="02020603050405020304" pitchFamily="18" charset="0"/>
                      </a:endParaRPr>
                    </a:p>
                  </a:txBody>
                  <a:tcPr marL="56731" marR="21892" marT="43639" marB="43639">
                    <a:lnL w="6350" cap="flat" cmpd="sng" algn="ctr">
                      <a:solidFill>
                        <a:schemeClr val="tx1">
                          <a:lumMod val="50000"/>
                          <a:lumOff val="50000"/>
                        </a:schemeClr>
                      </a:solidFill>
                      <a:prstDash val="solid"/>
                    </a:lnL>
                    <a:lnR w="19050" cap="flat" cmpd="sng" algn="ctr">
                      <a:solidFill>
                        <a:schemeClr val="tx1"/>
                      </a:solidFill>
                      <a:prstDash val="solid"/>
                    </a:lnR>
                    <a:lnT w="6350" cap="flat" cmpd="sng" algn="ctr">
                      <a:solidFill>
                        <a:schemeClr val="tx1">
                          <a:lumMod val="50000"/>
                          <a:lumOff val="50000"/>
                        </a:schemeClr>
                      </a:solidFill>
                      <a:prstDash val="solid"/>
                    </a:lnT>
                    <a:lnB w="12700" cmpd="sng">
                      <a:noFill/>
                      <a:prstDash val="solid"/>
                    </a:lnB>
                    <a:solidFill>
                      <a:schemeClr val="bg1">
                        <a:lumMod val="85000"/>
                      </a:schemeClr>
                    </a:solidFill>
                  </a:tcPr>
                </a:tc>
                <a:extLst>
                  <a:ext uri="{0D108BD9-81ED-4DB2-BD59-A6C34878D82A}">
                    <a16:rowId xmlns:a16="http://schemas.microsoft.com/office/drawing/2014/main" val="1517579493"/>
                  </a:ext>
                </a:extLst>
              </a:tr>
              <a:tr h="683530">
                <a:tc>
                  <a:txBody>
                    <a:bodyPr/>
                    <a:lstStyle/>
                    <a:p>
                      <a:pPr>
                        <a:lnSpc>
                          <a:spcPct val="115000"/>
                        </a:lnSpc>
                        <a:spcAft>
                          <a:spcPts val="800"/>
                        </a:spcAft>
                      </a:pPr>
                      <a:r>
                        <a:rPr lang="en-PK" sz="700" b="1" kern="100" cap="none" spc="0">
                          <a:solidFill>
                            <a:schemeClr val="bg1"/>
                          </a:solidFill>
                          <a:effectLst/>
                        </a:rPr>
                        <a:t>Code empowers large language models for complex tabular reasoning on electronic health records.</a:t>
                      </a:r>
                      <a:endParaRPr lang="en-PK" sz="700" b="1" kern="100" cap="none" spc="0">
                        <a:solidFill>
                          <a:schemeClr val="bg1"/>
                        </a:solidFill>
                        <a:effectLst/>
                        <a:latin typeface="Aptos" panose="020B0004020202020204" pitchFamily="34" charset="0"/>
                        <a:ea typeface="Aptos" panose="020B0004020202020204" pitchFamily="34" charset="0"/>
                        <a:cs typeface="Times New Roman" panose="02020603050405020304" pitchFamily="18" charset="0"/>
                      </a:endParaRPr>
                    </a:p>
                  </a:txBody>
                  <a:tcPr marL="56731" marR="21892" marT="43639" marB="43639">
                    <a:lnL w="19050" cap="flat" cmpd="sng" algn="ctr">
                      <a:solidFill>
                        <a:schemeClr val="tx1"/>
                      </a:solidFill>
                      <a:prstDash val="solid"/>
                    </a:lnL>
                    <a:lnR w="6350" cap="flat" cmpd="sng" algn="ctr">
                      <a:solidFill>
                        <a:schemeClr val="tx1">
                          <a:lumMod val="50000"/>
                          <a:lumOff val="50000"/>
                        </a:schemeClr>
                      </a:solidFill>
                      <a:prstDash val="solid"/>
                    </a:lnR>
                    <a:lnT w="6350" cap="flat" cmpd="sng" algn="ctr">
                      <a:solidFill>
                        <a:schemeClr val="tx1">
                          <a:lumMod val="50000"/>
                          <a:lumOff val="50000"/>
                        </a:schemeClr>
                      </a:solidFill>
                      <a:prstDash val="solid"/>
                    </a:lnT>
                    <a:lnB w="6350" cap="flat" cmpd="sng" algn="ctr">
                      <a:solidFill>
                        <a:schemeClr val="tx1">
                          <a:lumMod val="50000"/>
                          <a:lumOff val="50000"/>
                        </a:schemeClr>
                      </a:solidFill>
                      <a:prstDash val="solid"/>
                    </a:lnB>
                    <a:noFill/>
                  </a:tcPr>
                </a:tc>
                <a:tc>
                  <a:txBody>
                    <a:bodyPr/>
                    <a:lstStyle/>
                    <a:p>
                      <a:pPr algn="just">
                        <a:lnSpc>
                          <a:spcPct val="150000"/>
                        </a:lnSpc>
                        <a:spcAft>
                          <a:spcPts val="800"/>
                        </a:spcAft>
                      </a:pPr>
                      <a:r>
                        <a:rPr lang="en-PK" sz="700" kern="100" cap="none" spc="0" dirty="0">
                          <a:solidFill>
                            <a:schemeClr val="tx1"/>
                          </a:solidFill>
                          <a:effectLst/>
                        </a:rPr>
                        <a:t>LLMs, </a:t>
                      </a:r>
                      <a:r>
                        <a:rPr lang="en-PK" sz="700" kern="100" cap="none" spc="0" dirty="0" err="1">
                          <a:solidFill>
                            <a:schemeClr val="tx1"/>
                          </a:solidFill>
                          <a:effectLst/>
                        </a:rPr>
                        <a:t>AutoGen</a:t>
                      </a:r>
                      <a:r>
                        <a:rPr lang="en-PK" sz="700" kern="100" cap="none" spc="0" dirty="0">
                          <a:solidFill>
                            <a:schemeClr val="tx1"/>
                          </a:solidFill>
                          <a:effectLst/>
                        </a:rPr>
                        <a:t>, LLM2SQL, DIN-SQL</a:t>
                      </a:r>
                      <a:endParaRPr lang="en-PK" sz="700" kern="100" cap="none" spc="0" dirty="0">
                        <a:solidFill>
                          <a:schemeClr val="tx1"/>
                        </a:solidFill>
                        <a:effectLst/>
                        <a:latin typeface="Aptos" panose="020B0004020202020204" pitchFamily="34" charset="0"/>
                        <a:ea typeface="Aptos" panose="020B0004020202020204" pitchFamily="34" charset="0"/>
                        <a:cs typeface="Times New Roman" panose="02020603050405020304" pitchFamily="18" charset="0"/>
                      </a:endParaRPr>
                    </a:p>
                  </a:txBody>
                  <a:tcPr marL="56731" marR="21892" marT="43639" marB="43639">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12700" cmpd="sng">
                      <a:noFill/>
                      <a:prstDash val="solid"/>
                    </a:lnT>
                    <a:lnB w="6350" cap="flat" cmpd="sng" algn="ctr">
                      <a:solidFill>
                        <a:schemeClr val="tx1">
                          <a:lumMod val="50000"/>
                          <a:lumOff val="50000"/>
                        </a:schemeClr>
                      </a:solidFill>
                      <a:prstDash val="solid"/>
                    </a:lnB>
                    <a:noFill/>
                  </a:tcPr>
                </a:tc>
                <a:tc>
                  <a:txBody>
                    <a:bodyPr/>
                    <a:lstStyle/>
                    <a:p>
                      <a:pPr algn="ctr">
                        <a:lnSpc>
                          <a:spcPct val="150000"/>
                        </a:lnSpc>
                        <a:spcAft>
                          <a:spcPts val="800"/>
                        </a:spcAft>
                      </a:pPr>
                      <a:r>
                        <a:rPr lang="en-PK" sz="700" kern="100" cap="none" spc="0">
                          <a:solidFill>
                            <a:schemeClr val="tx1"/>
                          </a:solidFill>
                          <a:effectLst/>
                        </a:rPr>
                        <a:t>❌</a:t>
                      </a:r>
                      <a:endParaRPr lang="en-PK" sz="700" kern="100" cap="none" spc="0">
                        <a:solidFill>
                          <a:schemeClr val="tx1"/>
                        </a:solidFill>
                        <a:effectLst/>
                        <a:latin typeface="Aptos" panose="020B0004020202020204" pitchFamily="34" charset="0"/>
                        <a:ea typeface="Aptos" panose="020B0004020202020204" pitchFamily="34" charset="0"/>
                        <a:cs typeface="Times New Roman" panose="02020603050405020304" pitchFamily="18" charset="0"/>
                      </a:endParaRPr>
                    </a:p>
                  </a:txBody>
                  <a:tcPr marL="56731" marR="21892" marT="43639" marB="43639">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12700" cmpd="sng">
                      <a:noFill/>
                      <a:prstDash val="solid"/>
                    </a:lnT>
                    <a:lnB w="6350" cap="flat" cmpd="sng" algn="ctr">
                      <a:solidFill>
                        <a:schemeClr val="tx1">
                          <a:lumMod val="50000"/>
                          <a:lumOff val="50000"/>
                        </a:schemeClr>
                      </a:solidFill>
                      <a:prstDash val="solid"/>
                    </a:lnB>
                    <a:noFill/>
                  </a:tcPr>
                </a:tc>
                <a:tc>
                  <a:txBody>
                    <a:bodyPr/>
                    <a:lstStyle/>
                    <a:p>
                      <a:pPr algn="ctr">
                        <a:lnSpc>
                          <a:spcPct val="150000"/>
                        </a:lnSpc>
                        <a:spcAft>
                          <a:spcPts val="800"/>
                        </a:spcAft>
                      </a:pPr>
                      <a:r>
                        <a:rPr lang="en-PK" sz="700" kern="100" cap="none" spc="0">
                          <a:solidFill>
                            <a:schemeClr val="tx1"/>
                          </a:solidFill>
                          <a:effectLst/>
                        </a:rPr>
                        <a:t>❌</a:t>
                      </a:r>
                      <a:endParaRPr lang="en-PK" sz="700" kern="100" cap="none" spc="0">
                        <a:solidFill>
                          <a:schemeClr val="tx1"/>
                        </a:solidFill>
                        <a:effectLst/>
                        <a:latin typeface="Aptos" panose="020B0004020202020204" pitchFamily="34" charset="0"/>
                        <a:ea typeface="Aptos" panose="020B0004020202020204" pitchFamily="34" charset="0"/>
                        <a:cs typeface="Times New Roman" panose="02020603050405020304" pitchFamily="18" charset="0"/>
                      </a:endParaRPr>
                    </a:p>
                  </a:txBody>
                  <a:tcPr marL="56731" marR="21892" marT="43639" marB="43639">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12700" cmpd="sng">
                      <a:noFill/>
                      <a:prstDash val="solid"/>
                    </a:lnT>
                    <a:lnB w="6350" cap="flat" cmpd="sng" algn="ctr">
                      <a:solidFill>
                        <a:schemeClr val="tx1">
                          <a:lumMod val="50000"/>
                          <a:lumOff val="50000"/>
                        </a:schemeClr>
                      </a:solidFill>
                      <a:prstDash val="solid"/>
                    </a:lnB>
                    <a:noFill/>
                  </a:tcPr>
                </a:tc>
                <a:tc>
                  <a:txBody>
                    <a:bodyPr/>
                    <a:lstStyle/>
                    <a:p>
                      <a:pPr>
                        <a:lnSpc>
                          <a:spcPct val="115000"/>
                        </a:lnSpc>
                        <a:spcAft>
                          <a:spcPts val="800"/>
                        </a:spcAft>
                      </a:pPr>
                      <a:r>
                        <a:rPr lang="en-PK" sz="700" kern="100" cap="none" spc="0" dirty="0" err="1">
                          <a:solidFill>
                            <a:schemeClr val="tx1"/>
                          </a:solidFill>
                          <a:effectLst/>
                        </a:rPr>
                        <a:t>EHRAgent</a:t>
                      </a:r>
                      <a:r>
                        <a:rPr lang="en-PK" sz="700" kern="100" cap="none" spc="0" dirty="0">
                          <a:solidFill>
                            <a:schemeClr val="tx1"/>
                          </a:solidFill>
                          <a:effectLst/>
                        </a:rPr>
                        <a:t> aims to simplify clinician interactions with </a:t>
                      </a:r>
                      <a:r>
                        <a:rPr lang="en-PK" sz="700" kern="100" cap="none" spc="0" dirty="0" err="1">
                          <a:solidFill>
                            <a:schemeClr val="tx1"/>
                          </a:solidFill>
                          <a:effectLst/>
                        </a:rPr>
                        <a:t>EHRs</a:t>
                      </a:r>
                      <a:r>
                        <a:rPr lang="en-PK" sz="700" kern="100" cap="none" spc="0" dirty="0">
                          <a:solidFill>
                            <a:schemeClr val="tx1"/>
                          </a:solidFill>
                          <a:effectLst/>
                        </a:rPr>
                        <a:t> by allowing them to use natural language queries to retrieve data, rather than relying on technical data engineers. </a:t>
                      </a:r>
                      <a:endParaRPr lang="en-PK" sz="700" kern="100" cap="none" spc="0" dirty="0">
                        <a:solidFill>
                          <a:schemeClr val="tx1"/>
                        </a:solidFill>
                        <a:effectLst/>
                        <a:latin typeface="Aptos" panose="020B0004020202020204" pitchFamily="34" charset="0"/>
                        <a:ea typeface="Aptos" panose="020B0004020202020204" pitchFamily="34" charset="0"/>
                        <a:cs typeface="Times New Roman" panose="02020603050405020304" pitchFamily="18" charset="0"/>
                      </a:endParaRPr>
                    </a:p>
                  </a:txBody>
                  <a:tcPr marL="56731" marR="21892" marT="43639" marB="43639">
                    <a:lnL w="6350" cap="flat" cmpd="sng" algn="ctr">
                      <a:solidFill>
                        <a:schemeClr val="tx1">
                          <a:lumMod val="50000"/>
                          <a:lumOff val="50000"/>
                        </a:schemeClr>
                      </a:solidFill>
                      <a:prstDash val="solid"/>
                    </a:lnL>
                    <a:lnR w="19050" cap="flat" cmpd="sng" algn="ctr">
                      <a:solidFill>
                        <a:schemeClr val="tx1"/>
                      </a:solidFill>
                      <a:prstDash val="solid"/>
                    </a:lnR>
                    <a:lnT w="12700" cmpd="sng">
                      <a:noFill/>
                      <a:prstDash val="solid"/>
                    </a:lnT>
                    <a:lnB w="6350" cap="flat" cmpd="sng" algn="ctr">
                      <a:solidFill>
                        <a:schemeClr val="tx1">
                          <a:lumMod val="50000"/>
                          <a:lumOff val="50000"/>
                        </a:schemeClr>
                      </a:solidFill>
                      <a:prstDash val="solid"/>
                    </a:lnB>
                    <a:noFill/>
                  </a:tcPr>
                </a:tc>
                <a:extLst>
                  <a:ext uri="{0D108BD9-81ED-4DB2-BD59-A6C34878D82A}">
                    <a16:rowId xmlns:a16="http://schemas.microsoft.com/office/drawing/2014/main" val="1455681199"/>
                  </a:ext>
                </a:extLst>
              </a:tr>
              <a:tr h="497821">
                <a:tc>
                  <a:txBody>
                    <a:bodyPr/>
                    <a:lstStyle/>
                    <a:p>
                      <a:pPr>
                        <a:lnSpc>
                          <a:spcPct val="115000"/>
                        </a:lnSpc>
                        <a:spcAft>
                          <a:spcPts val="800"/>
                        </a:spcAft>
                      </a:pPr>
                      <a:r>
                        <a:rPr lang="en-PK" sz="700" b="1" kern="100" cap="none" spc="0">
                          <a:solidFill>
                            <a:schemeClr val="bg1"/>
                          </a:solidFill>
                          <a:effectLst/>
                        </a:rPr>
                        <a:t>My Research</a:t>
                      </a:r>
                    </a:p>
                    <a:p>
                      <a:pPr>
                        <a:lnSpc>
                          <a:spcPct val="115000"/>
                        </a:lnSpc>
                        <a:spcAft>
                          <a:spcPts val="800"/>
                        </a:spcAft>
                      </a:pPr>
                      <a:r>
                        <a:rPr lang="en-PK" sz="700" b="1" kern="100" cap="none" spc="0">
                          <a:solidFill>
                            <a:schemeClr val="bg1"/>
                          </a:solidFill>
                          <a:effectLst/>
                        </a:rPr>
                        <a:t>Patient Medical History Generation using AI (PHAI)</a:t>
                      </a:r>
                      <a:endParaRPr lang="en-PK" sz="700" b="1" kern="100" cap="none" spc="0">
                        <a:solidFill>
                          <a:schemeClr val="bg1"/>
                        </a:solidFill>
                        <a:effectLst/>
                        <a:latin typeface="Aptos" panose="020B0004020202020204" pitchFamily="34" charset="0"/>
                        <a:ea typeface="Aptos" panose="020B0004020202020204" pitchFamily="34" charset="0"/>
                        <a:cs typeface="Times New Roman" panose="02020603050405020304" pitchFamily="18" charset="0"/>
                      </a:endParaRPr>
                    </a:p>
                  </a:txBody>
                  <a:tcPr marL="56731" marR="21892" marT="43639" marB="43639">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6350" cap="flat" cmpd="sng" algn="ctr">
                      <a:solidFill>
                        <a:schemeClr val="tx1">
                          <a:lumMod val="50000"/>
                          <a:lumOff val="50000"/>
                        </a:schemeClr>
                      </a:solidFill>
                      <a:prstDash val="solid"/>
                    </a:lnT>
                    <a:lnB w="19050" cap="flat" cmpd="sng" algn="ctr">
                      <a:solidFill>
                        <a:schemeClr val="tx1"/>
                      </a:solidFill>
                      <a:prstDash val="solid"/>
                    </a:lnB>
                    <a:solidFill>
                      <a:schemeClr val="bg1">
                        <a:lumMod val="85000"/>
                      </a:schemeClr>
                    </a:solidFill>
                  </a:tcPr>
                </a:tc>
                <a:tc>
                  <a:txBody>
                    <a:bodyPr/>
                    <a:lstStyle/>
                    <a:p>
                      <a:pPr algn="just">
                        <a:lnSpc>
                          <a:spcPct val="150000"/>
                        </a:lnSpc>
                        <a:spcAft>
                          <a:spcPts val="800"/>
                        </a:spcAft>
                      </a:pPr>
                      <a:r>
                        <a:rPr lang="en-PK" sz="700" kern="100" cap="none" spc="0" dirty="0">
                          <a:solidFill>
                            <a:schemeClr val="tx1"/>
                          </a:solidFill>
                          <a:effectLst/>
                        </a:rPr>
                        <a:t>LLMs, NLP, EHR Interfacing tool.</a:t>
                      </a:r>
                      <a:endParaRPr lang="en-PK" sz="700" kern="100" cap="none" spc="0" dirty="0">
                        <a:solidFill>
                          <a:schemeClr val="tx1"/>
                        </a:solidFill>
                        <a:effectLst/>
                        <a:latin typeface="Aptos" panose="020B0004020202020204" pitchFamily="34" charset="0"/>
                        <a:ea typeface="Aptos" panose="020B0004020202020204" pitchFamily="34" charset="0"/>
                        <a:cs typeface="Times New Roman" panose="02020603050405020304" pitchFamily="18" charset="0"/>
                      </a:endParaRPr>
                    </a:p>
                  </a:txBody>
                  <a:tcPr marL="56731" marR="21892" marT="43639" marB="43639">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6350" cap="flat" cmpd="sng" algn="ctr">
                      <a:solidFill>
                        <a:schemeClr val="tx1">
                          <a:lumMod val="50000"/>
                          <a:lumOff val="50000"/>
                        </a:schemeClr>
                      </a:solidFill>
                      <a:prstDash val="solid"/>
                    </a:lnT>
                    <a:lnB w="12700" cmpd="sng">
                      <a:noFill/>
                      <a:prstDash val="solid"/>
                    </a:lnB>
                    <a:solidFill>
                      <a:schemeClr val="bg1">
                        <a:lumMod val="85000"/>
                      </a:schemeClr>
                    </a:solidFill>
                  </a:tcPr>
                </a:tc>
                <a:tc>
                  <a:txBody>
                    <a:bodyPr/>
                    <a:lstStyle/>
                    <a:p>
                      <a:pPr algn="ctr">
                        <a:lnSpc>
                          <a:spcPct val="150000"/>
                        </a:lnSpc>
                        <a:spcAft>
                          <a:spcPts val="800"/>
                        </a:spcAft>
                      </a:pPr>
                      <a:r>
                        <a:rPr lang="en-PK" sz="700" kern="100" cap="none" spc="0" dirty="0">
                          <a:solidFill>
                            <a:schemeClr val="tx1"/>
                          </a:solidFill>
                          <a:effectLst/>
                        </a:rPr>
                        <a:t>✔️</a:t>
                      </a:r>
                      <a:endParaRPr lang="en-PK" sz="700" kern="100" cap="none" spc="0" dirty="0">
                        <a:solidFill>
                          <a:schemeClr val="tx1"/>
                        </a:solidFill>
                        <a:effectLst/>
                        <a:latin typeface="Aptos" panose="020B0004020202020204" pitchFamily="34" charset="0"/>
                        <a:ea typeface="Aptos" panose="020B0004020202020204" pitchFamily="34" charset="0"/>
                        <a:cs typeface="Times New Roman" panose="02020603050405020304" pitchFamily="18" charset="0"/>
                      </a:endParaRPr>
                    </a:p>
                  </a:txBody>
                  <a:tcPr marL="56731" marR="21892" marT="43639" marB="43639">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6350" cap="flat" cmpd="sng" algn="ctr">
                      <a:solidFill>
                        <a:schemeClr val="tx1">
                          <a:lumMod val="50000"/>
                          <a:lumOff val="50000"/>
                        </a:schemeClr>
                      </a:solidFill>
                      <a:prstDash val="solid"/>
                    </a:lnT>
                    <a:lnB w="12700" cmpd="sng">
                      <a:noFill/>
                      <a:prstDash val="solid"/>
                    </a:lnB>
                    <a:solidFill>
                      <a:schemeClr val="bg1">
                        <a:lumMod val="85000"/>
                      </a:schemeClr>
                    </a:solidFill>
                  </a:tcPr>
                </a:tc>
                <a:tc>
                  <a:txBody>
                    <a:bodyPr/>
                    <a:lstStyle/>
                    <a:p>
                      <a:pPr algn="ctr">
                        <a:lnSpc>
                          <a:spcPct val="150000"/>
                        </a:lnSpc>
                        <a:spcAft>
                          <a:spcPts val="800"/>
                        </a:spcAft>
                      </a:pPr>
                      <a:r>
                        <a:rPr lang="en-PK" sz="700" kern="100" cap="none" spc="0" dirty="0">
                          <a:solidFill>
                            <a:schemeClr val="tx1"/>
                          </a:solidFill>
                          <a:effectLst/>
                        </a:rPr>
                        <a:t>✔️</a:t>
                      </a:r>
                      <a:endParaRPr lang="en-PK" sz="700" kern="100" cap="none" spc="0" dirty="0">
                        <a:solidFill>
                          <a:schemeClr val="tx1"/>
                        </a:solidFill>
                        <a:effectLst/>
                        <a:latin typeface="Aptos" panose="020B0004020202020204" pitchFamily="34" charset="0"/>
                        <a:ea typeface="Aptos" panose="020B0004020202020204" pitchFamily="34" charset="0"/>
                        <a:cs typeface="Times New Roman" panose="02020603050405020304" pitchFamily="18" charset="0"/>
                      </a:endParaRPr>
                    </a:p>
                  </a:txBody>
                  <a:tcPr marL="56731" marR="21892" marT="43639" marB="43639">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6350" cap="flat" cmpd="sng" algn="ctr">
                      <a:solidFill>
                        <a:schemeClr val="tx1">
                          <a:lumMod val="50000"/>
                          <a:lumOff val="50000"/>
                        </a:schemeClr>
                      </a:solidFill>
                      <a:prstDash val="solid"/>
                    </a:lnT>
                    <a:lnB w="12700" cmpd="sng">
                      <a:noFill/>
                      <a:prstDash val="solid"/>
                    </a:lnB>
                    <a:solidFill>
                      <a:schemeClr val="bg1">
                        <a:lumMod val="85000"/>
                      </a:schemeClr>
                    </a:solidFill>
                  </a:tcPr>
                </a:tc>
                <a:tc>
                  <a:txBody>
                    <a:bodyPr/>
                    <a:lstStyle/>
                    <a:p>
                      <a:pPr>
                        <a:lnSpc>
                          <a:spcPct val="107000"/>
                        </a:lnSpc>
                      </a:pPr>
                      <a:endParaRPr lang="en-PK" sz="700" kern="100" cap="none" spc="0" dirty="0">
                        <a:solidFill>
                          <a:schemeClr val="tx1"/>
                        </a:solidFill>
                        <a:effectLst/>
                        <a:latin typeface="Aptos" panose="020B0004020202020204" pitchFamily="34" charset="0"/>
                      </a:endParaRPr>
                    </a:p>
                  </a:txBody>
                  <a:tcPr marL="56731" marR="21892" marT="43639" marB="43639">
                    <a:lnL w="6350" cap="flat" cmpd="sng" algn="ctr">
                      <a:solidFill>
                        <a:schemeClr val="tx1">
                          <a:lumMod val="50000"/>
                          <a:lumOff val="50000"/>
                        </a:schemeClr>
                      </a:solidFill>
                      <a:prstDash val="solid"/>
                    </a:lnL>
                    <a:lnR w="19050" cap="flat" cmpd="sng" algn="ctr">
                      <a:solidFill>
                        <a:schemeClr val="tx1"/>
                      </a:solidFill>
                      <a:prstDash val="solid"/>
                    </a:lnR>
                    <a:lnT w="6350" cap="flat" cmpd="sng" algn="ctr">
                      <a:solidFill>
                        <a:schemeClr val="tx1">
                          <a:lumMod val="50000"/>
                          <a:lumOff val="50000"/>
                        </a:schemeClr>
                      </a:solidFill>
                      <a:prstDash val="solid"/>
                    </a:lnT>
                    <a:lnB w="12700" cmpd="sng">
                      <a:noFill/>
                      <a:prstDash val="solid"/>
                    </a:lnB>
                    <a:solidFill>
                      <a:schemeClr val="bg1">
                        <a:lumMod val="85000"/>
                      </a:schemeClr>
                    </a:solidFill>
                  </a:tcPr>
                </a:tc>
                <a:extLst>
                  <a:ext uri="{0D108BD9-81ED-4DB2-BD59-A6C34878D82A}">
                    <a16:rowId xmlns:a16="http://schemas.microsoft.com/office/drawing/2014/main" val="2707002508"/>
                  </a:ext>
                </a:extLst>
              </a:tr>
            </a:tbl>
          </a:graphicData>
        </a:graphic>
      </p:graphicFrame>
    </p:spTree>
    <p:extLst>
      <p:ext uri="{BB962C8B-B14F-4D97-AF65-F5344CB8AC3E}">
        <p14:creationId xmlns:p14="http://schemas.microsoft.com/office/powerpoint/2010/main" val="351002564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79D79C-C93A-D812-D776-AEA649285F6A}"/>
              </a:ext>
            </a:extLst>
          </p:cNvPr>
          <p:cNvSpPr>
            <a:spLocks noGrp="1"/>
          </p:cNvSpPr>
          <p:nvPr>
            <p:ph type="title"/>
          </p:nvPr>
        </p:nvSpPr>
        <p:spPr/>
        <p:txBody>
          <a:bodyPr/>
          <a:lstStyle/>
          <a:p>
            <a:r>
              <a:rPr lang="en-US" dirty="0"/>
              <a:t>Methodology</a:t>
            </a:r>
            <a:endParaRPr lang="en-PK" dirty="0"/>
          </a:p>
        </p:txBody>
      </p:sp>
    </p:spTree>
    <p:extLst>
      <p:ext uri="{BB962C8B-B14F-4D97-AF65-F5344CB8AC3E}">
        <p14:creationId xmlns:p14="http://schemas.microsoft.com/office/powerpoint/2010/main" val="302037227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4713EA-93DB-78E8-FFE2-38DEC7CA3862}"/>
              </a:ext>
            </a:extLst>
          </p:cNvPr>
          <p:cNvSpPr>
            <a:spLocks noGrp="1"/>
          </p:cNvSpPr>
          <p:nvPr>
            <p:ph type="title"/>
          </p:nvPr>
        </p:nvSpPr>
        <p:spPr/>
        <p:txBody>
          <a:bodyPr/>
          <a:lstStyle/>
          <a:p>
            <a:endParaRPr lang="en-PK" dirty="0"/>
          </a:p>
        </p:txBody>
      </p:sp>
      <p:sp>
        <p:nvSpPr>
          <p:cNvPr id="3" name="Content Placeholder 2">
            <a:extLst>
              <a:ext uri="{FF2B5EF4-FFF2-40B4-BE49-F238E27FC236}">
                <a16:creationId xmlns:a16="http://schemas.microsoft.com/office/drawing/2014/main" id="{2194920D-9A93-DE12-2BA3-02AEBE947C12}"/>
              </a:ext>
            </a:extLst>
          </p:cNvPr>
          <p:cNvSpPr>
            <a:spLocks noGrp="1"/>
          </p:cNvSpPr>
          <p:nvPr>
            <p:ph sz="half" idx="13"/>
          </p:nvPr>
        </p:nvSpPr>
        <p:spPr/>
        <p:txBody>
          <a:bodyPr/>
          <a:lstStyle/>
          <a:p>
            <a:endParaRPr lang="en-PK"/>
          </a:p>
        </p:txBody>
      </p:sp>
      <p:sp>
        <p:nvSpPr>
          <p:cNvPr id="4" name="Content Placeholder 3">
            <a:extLst>
              <a:ext uri="{FF2B5EF4-FFF2-40B4-BE49-F238E27FC236}">
                <a16:creationId xmlns:a16="http://schemas.microsoft.com/office/drawing/2014/main" id="{8CB21668-4A03-92DF-5726-12F79FD3B754}"/>
              </a:ext>
            </a:extLst>
          </p:cNvPr>
          <p:cNvSpPr>
            <a:spLocks noGrp="1"/>
          </p:cNvSpPr>
          <p:nvPr>
            <p:ph sz="half" idx="2"/>
          </p:nvPr>
        </p:nvSpPr>
        <p:spPr/>
        <p:txBody>
          <a:bodyPr/>
          <a:lstStyle/>
          <a:p>
            <a:endParaRPr lang="en-PK"/>
          </a:p>
        </p:txBody>
      </p:sp>
    </p:spTree>
    <p:extLst>
      <p:ext uri="{BB962C8B-B14F-4D97-AF65-F5344CB8AC3E}">
        <p14:creationId xmlns:p14="http://schemas.microsoft.com/office/powerpoint/2010/main" val="386126330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6">
            <a:extLst>
              <a:ext uri="{FF2B5EF4-FFF2-40B4-BE49-F238E27FC236}">
                <a16:creationId xmlns:a16="http://schemas.microsoft.com/office/drawing/2014/main" id="{EBA544F6-BF8C-2C87-3906-146BEDB4C299}"/>
              </a:ext>
            </a:extLst>
          </p:cNvPr>
          <p:cNvSpPr>
            <a:spLocks noGrp="1"/>
          </p:cNvSpPr>
          <p:nvPr>
            <p:ph type="title"/>
          </p:nvPr>
        </p:nvSpPr>
        <p:spPr/>
        <p:txBody>
          <a:bodyPr/>
          <a:lstStyle/>
          <a:p>
            <a:r>
              <a:rPr lang="en-US" dirty="0"/>
              <a:t>Navigating Q&amp;A sessions</a:t>
            </a:r>
          </a:p>
        </p:txBody>
      </p:sp>
      <p:sp>
        <p:nvSpPr>
          <p:cNvPr id="3" name="Content Placeholder 2">
            <a:extLst>
              <a:ext uri="{FF2B5EF4-FFF2-40B4-BE49-F238E27FC236}">
                <a16:creationId xmlns:a16="http://schemas.microsoft.com/office/drawing/2014/main" id="{68A5FD2B-E3E5-1C2B-0151-21F216B14A33}"/>
              </a:ext>
            </a:extLst>
          </p:cNvPr>
          <p:cNvSpPr>
            <a:spLocks noGrp="1"/>
          </p:cNvSpPr>
          <p:nvPr>
            <p:ph sz="half" idx="13"/>
          </p:nvPr>
        </p:nvSpPr>
        <p:spPr>
          <a:noFill/>
        </p:spPr>
        <p:txBody>
          <a:bodyPr>
            <a:normAutofit/>
          </a:bodyPr>
          <a:lstStyle/>
          <a:p>
            <a:r>
              <a:rPr lang="en-US" dirty="0"/>
              <a:t>Know your material in advance</a:t>
            </a:r>
          </a:p>
          <a:p>
            <a:r>
              <a:rPr lang="en-US" dirty="0"/>
              <a:t>Anticipate common questions</a:t>
            </a:r>
          </a:p>
          <a:p>
            <a:r>
              <a:rPr lang="en-US" dirty="0"/>
              <a:t>Rehearse your responses</a:t>
            </a:r>
          </a:p>
        </p:txBody>
      </p:sp>
      <p:sp>
        <p:nvSpPr>
          <p:cNvPr id="4" name="Content Placeholder 3">
            <a:extLst>
              <a:ext uri="{FF2B5EF4-FFF2-40B4-BE49-F238E27FC236}">
                <a16:creationId xmlns:a16="http://schemas.microsoft.com/office/drawing/2014/main" id="{ACFBB810-3430-2C29-1AA0-9744AA0A1AA3}"/>
              </a:ext>
            </a:extLst>
          </p:cNvPr>
          <p:cNvSpPr>
            <a:spLocks noGrp="1"/>
          </p:cNvSpPr>
          <p:nvPr>
            <p:ph sz="half" idx="2"/>
          </p:nvPr>
        </p:nvSpPr>
        <p:spPr>
          <a:noFill/>
        </p:spPr>
        <p:txBody>
          <a:bodyPr>
            <a:normAutofit/>
          </a:bodyPr>
          <a:lstStyle/>
          <a:p>
            <a:r>
              <a:rPr lang="en-US" dirty="0"/>
              <a:t>Maintaining composure during the Q&amp;A session is essential for projecting confidence and authority. Consider the following tips for staying composed:</a:t>
            </a:r>
          </a:p>
          <a:p>
            <a:pPr lvl="1"/>
            <a:r>
              <a:rPr lang="en-US" dirty="0"/>
              <a:t>Stay calm</a:t>
            </a:r>
          </a:p>
          <a:p>
            <a:pPr lvl="1"/>
            <a:r>
              <a:rPr lang="en-US" dirty="0"/>
              <a:t>Actively listen</a:t>
            </a:r>
          </a:p>
          <a:p>
            <a:pPr lvl="1"/>
            <a:r>
              <a:rPr lang="en-US" dirty="0"/>
              <a:t>Pause and reflect</a:t>
            </a:r>
          </a:p>
          <a:p>
            <a:pPr lvl="1"/>
            <a:r>
              <a:rPr lang="en-US" dirty="0"/>
              <a:t>Maintain eye contact</a:t>
            </a:r>
          </a:p>
        </p:txBody>
      </p:sp>
    </p:spTree>
    <p:extLst>
      <p:ext uri="{BB962C8B-B14F-4D97-AF65-F5344CB8AC3E}">
        <p14:creationId xmlns:p14="http://schemas.microsoft.com/office/powerpoint/2010/main" val="267690544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Title 25">
            <a:extLst>
              <a:ext uri="{FF2B5EF4-FFF2-40B4-BE49-F238E27FC236}">
                <a16:creationId xmlns:a16="http://schemas.microsoft.com/office/drawing/2014/main" id="{D715DBBC-70C2-E94B-9B03-12910F0B5438}"/>
              </a:ext>
            </a:extLst>
          </p:cNvPr>
          <p:cNvSpPr>
            <a:spLocks noGrp="1"/>
          </p:cNvSpPr>
          <p:nvPr>
            <p:ph type="ctrTitle"/>
          </p:nvPr>
        </p:nvSpPr>
        <p:spPr/>
        <p:txBody>
          <a:bodyPr/>
          <a:lstStyle/>
          <a:p>
            <a:r>
              <a:rPr lang="en-US" dirty="0"/>
              <a:t>Speaking impact</a:t>
            </a:r>
          </a:p>
        </p:txBody>
      </p:sp>
      <p:pic>
        <p:nvPicPr>
          <p:cNvPr id="21" name="Picture Placeholder 20" descr="Two people smiling while holding coffee">
            <a:extLst>
              <a:ext uri="{FF2B5EF4-FFF2-40B4-BE49-F238E27FC236}">
                <a16:creationId xmlns:a16="http://schemas.microsoft.com/office/drawing/2014/main" id="{75E7485A-FBCC-4222-2274-2B2A0804BC97}"/>
              </a:ext>
            </a:extLst>
          </p:cNvPr>
          <p:cNvPicPr>
            <a:picLocks noGrp="1" noChangeAspect="1"/>
          </p:cNvPicPr>
          <p:nvPr>
            <p:ph type="pic" sz="quarter" idx="13"/>
          </p:nvPr>
        </p:nvPicPr>
        <p:blipFill>
          <a:blip r:embed="rId3"/>
          <a:srcRect l="38" r="38"/>
          <a:stretch/>
        </p:blipFill>
        <p:spPr/>
      </p:pic>
      <p:sp>
        <p:nvSpPr>
          <p:cNvPr id="33" name="Content Placeholder 32">
            <a:extLst>
              <a:ext uri="{FF2B5EF4-FFF2-40B4-BE49-F238E27FC236}">
                <a16:creationId xmlns:a16="http://schemas.microsoft.com/office/drawing/2014/main" id="{D3AEB1C4-FB60-9B8E-5A02-0BCD2B6E55C7}"/>
              </a:ext>
            </a:extLst>
          </p:cNvPr>
          <p:cNvSpPr>
            <a:spLocks noGrp="1"/>
          </p:cNvSpPr>
          <p:nvPr>
            <p:ph idx="1"/>
          </p:nvPr>
        </p:nvSpPr>
        <p:spPr/>
        <p:txBody>
          <a:bodyPr/>
          <a:lstStyle/>
          <a:p>
            <a:r>
              <a:rPr lang="en-US"/>
              <a:t>Your ability to communicate effectively will leave a lasting impact on your audience</a:t>
            </a:r>
          </a:p>
          <a:p>
            <a:r>
              <a:rPr lang="en-US"/>
              <a:t>Effectively communicating involves not only delivering a message but also resonating with the experiences, values, and emotions of those listening </a:t>
            </a:r>
          </a:p>
          <a:p>
            <a:endParaRPr lang="en-US" dirty="0"/>
          </a:p>
        </p:txBody>
      </p:sp>
    </p:spTree>
    <p:extLst>
      <p:ext uri="{BB962C8B-B14F-4D97-AF65-F5344CB8AC3E}">
        <p14:creationId xmlns:p14="http://schemas.microsoft.com/office/powerpoint/2010/main" val="385444247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Title 29">
            <a:extLst>
              <a:ext uri="{FF2B5EF4-FFF2-40B4-BE49-F238E27FC236}">
                <a16:creationId xmlns:a16="http://schemas.microsoft.com/office/drawing/2014/main" id="{6A93E959-E68D-08C8-9C1E-5A318B3EF272}"/>
              </a:ext>
            </a:extLst>
          </p:cNvPr>
          <p:cNvSpPr>
            <a:spLocks noGrp="1"/>
          </p:cNvSpPr>
          <p:nvPr>
            <p:ph type="title"/>
          </p:nvPr>
        </p:nvSpPr>
        <p:spPr/>
        <p:txBody>
          <a:bodyPr/>
          <a:lstStyle/>
          <a:p>
            <a:r>
              <a:rPr lang="en-US" dirty="0"/>
              <a:t>Dynamic delivery</a:t>
            </a:r>
          </a:p>
        </p:txBody>
      </p:sp>
      <p:sp>
        <p:nvSpPr>
          <p:cNvPr id="24" name="Content Placeholder 23">
            <a:extLst>
              <a:ext uri="{FF2B5EF4-FFF2-40B4-BE49-F238E27FC236}">
                <a16:creationId xmlns:a16="http://schemas.microsoft.com/office/drawing/2014/main" id="{4C1675C6-9CE1-3D87-365F-B3DB1F59CE68}"/>
              </a:ext>
            </a:extLst>
          </p:cNvPr>
          <p:cNvSpPr>
            <a:spLocks noGrp="1"/>
          </p:cNvSpPr>
          <p:nvPr>
            <p:ph sz="half" idx="1"/>
          </p:nvPr>
        </p:nvSpPr>
        <p:spPr/>
        <p:txBody>
          <a:bodyPr/>
          <a:lstStyle/>
          <a:p>
            <a:r>
              <a:rPr lang="en-US" dirty="0"/>
              <a:t>Learn to infuse energy into your delivery to leave a lasting impression</a:t>
            </a:r>
          </a:p>
          <a:p>
            <a:r>
              <a:rPr lang="en-US" dirty="0"/>
              <a:t>One of the goals of effective communication is to motivate your audience</a:t>
            </a:r>
          </a:p>
        </p:txBody>
      </p:sp>
      <p:graphicFrame>
        <p:nvGraphicFramePr>
          <p:cNvPr id="17" name="Table Placeholder 3">
            <a:extLst>
              <a:ext uri="{FF2B5EF4-FFF2-40B4-BE49-F238E27FC236}">
                <a16:creationId xmlns:a16="http://schemas.microsoft.com/office/drawing/2014/main" id="{8A222178-BDA0-1F26-F788-4610ADCDC64A}"/>
              </a:ext>
            </a:extLst>
          </p:cNvPr>
          <p:cNvGraphicFramePr>
            <a:graphicFrameLocks noGrp="1"/>
          </p:cNvGraphicFramePr>
          <p:nvPr>
            <p:ph type="tbl" sz="quarter" idx="13"/>
            <p:extLst>
              <p:ext uri="{D42A27DB-BD31-4B8C-83A1-F6EECF244321}">
                <p14:modId xmlns:p14="http://schemas.microsoft.com/office/powerpoint/2010/main" val="3484645028"/>
              </p:ext>
            </p:extLst>
          </p:nvPr>
        </p:nvGraphicFramePr>
        <p:xfrm>
          <a:off x="4237038" y="2236788"/>
          <a:ext cx="7493924" cy="3969602"/>
        </p:xfrm>
        <a:graphic>
          <a:graphicData uri="http://schemas.openxmlformats.org/drawingml/2006/table">
            <a:tbl>
              <a:tblPr firstRow="1" bandRow="1">
                <a:tableStyleId>{912C8C85-51F0-491E-9774-3900AFEF0FD7}</a:tableStyleId>
              </a:tblPr>
              <a:tblGrid>
                <a:gridCol w="1873481">
                  <a:extLst>
                    <a:ext uri="{9D8B030D-6E8A-4147-A177-3AD203B41FA5}">
                      <a16:colId xmlns:a16="http://schemas.microsoft.com/office/drawing/2014/main" val="2382218087"/>
                    </a:ext>
                  </a:extLst>
                </a:gridCol>
                <a:gridCol w="1966082">
                  <a:extLst>
                    <a:ext uri="{9D8B030D-6E8A-4147-A177-3AD203B41FA5}">
                      <a16:colId xmlns:a16="http://schemas.microsoft.com/office/drawing/2014/main" val="3953468724"/>
                    </a:ext>
                  </a:extLst>
                </a:gridCol>
                <a:gridCol w="1780880">
                  <a:extLst>
                    <a:ext uri="{9D8B030D-6E8A-4147-A177-3AD203B41FA5}">
                      <a16:colId xmlns:a16="http://schemas.microsoft.com/office/drawing/2014/main" val="4277526474"/>
                    </a:ext>
                  </a:extLst>
                </a:gridCol>
                <a:gridCol w="1873481">
                  <a:extLst>
                    <a:ext uri="{9D8B030D-6E8A-4147-A177-3AD203B41FA5}">
                      <a16:colId xmlns:a16="http://schemas.microsoft.com/office/drawing/2014/main" val="2438884888"/>
                    </a:ext>
                  </a:extLst>
                </a:gridCol>
              </a:tblGrid>
              <a:tr h="587612">
                <a:tc>
                  <a:txBody>
                    <a:bodyPr/>
                    <a:lstStyle/>
                    <a:p>
                      <a:pPr algn="ctr"/>
                      <a:r>
                        <a:rPr lang="en-US" dirty="0"/>
                        <a:t>Impact factor</a:t>
                      </a:r>
                    </a:p>
                  </a:txBody>
                  <a:tcPr anchor="ctr"/>
                </a:tc>
                <a:tc>
                  <a:txBody>
                    <a:bodyPr/>
                    <a:lstStyle/>
                    <a:p>
                      <a:pPr algn="ctr"/>
                      <a:r>
                        <a:rPr lang="en-US" dirty="0"/>
                        <a:t>Measurement</a:t>
                      </a:r>
                    </a:p>
                  </a:txBody>
                  <a:tcPr anchor="ctr"/>
                </a:tc>
                <a:tc>
                  <a:txBody>
                    <a:bodyPr/>
                    <a:lstStyle/>
                    <a:p>
                      <a:pPr algn="ctr"/>
                      <a:r>
                        <a:rPr lang="en-US" dirty="0"/>
                        <a:t>Target</a:t>
                      </a:r>
                    </a:p>
                  </a:txBody>
                  <a:tcPr anchor="ctr"/>
                </a:tc>
                <a:tc>
                  <a:txBody>
                    <a:bodyPr/>
                    <a:lstStyle/>
                    <a:p>
                      <a:pPr algn="ctr"/>
                      <a:r>
                        <a:rPr lang="en-US" dirty="0"/>
                        <a:t>Achieved</a:t>
                      </a:r>
                    </a:p>
                  </a:txBody>
                  <a:tcPr anchor="ctr"/>
                </a:tc>
                <a:extLst>
                  <a:ext uri="{0D108BD9-81ED-4DB2-BD59-A6C34878D82A}">
                    <a16:rowId xmlns:a16="http://schemas.microsoft.com/office/drawing/2014/main" val="2857107962"/>
                  </a:ext>
                </a:extLst>
              </a:tr>
              <a:tr h="676398">
                <a:tc>
                  <a:txBody>
                    <a:bodyPr/>
                    <a:lstStyle/>
                    <a:p>
                      <a:pPr algn="ctr"/>
                      <a:r>
                        <a:rPr lang="en-US" dirty="0"/>
                        <a:t>Audience interaction</a:t>
                      </a:r>
                    </a:p>
                  </a:txBody>
                  <a:tcPr anchor="ctr"/>
                </a:tc>
                <a:tc>
                  <a:txBody>
                    <a:bodyPr/>
                    <a:lstStyle/>
                    <a:p>
                      <a:pPr algn="ctr"/>
                      <a:r>
                        <a:rPr lang="en-US" dirty="0"/>
                        <a:t>Percentage (%)</a:t>
                      </a:r>
                    </a:p>
                  </a:txBody>
                  <a:tcPr anchor="ctr"/>
                </a:tc>
                <a:tc>
                  <a:txBody>
                    <a:bodyPr/>
                    <a:lstStyle/>
                    <a:p>
                      <a:pPr algn="ctr"/>
                      <a:r>
                        <a:rPr lang="en-US" dirty="0"/>
                        <a:t>85</a:t>
                      </a:r>
                    </a:p>
                  </a:txBody>
                  <a:tcPr anchor="ctr"/>
                </a:tc>
                <a:tc>
                  <a:txBody>
                    <a:bodyPr/>
                    <a:lstStyle/>
                    <a:p>
                      <a:pPr algn="ctr"/>
                      <a:r>
                        <a:rPr lang="en-US" dirty="0"/>
                        <a:t>88</a:t>
                      </a:r>
                    </a:p>
                  </a:txBody>
                  <a:tcPr anchor="ctr"/>
                </a:tc>
                <a:extLst>
                  <a:ext uri="{0D108BD9-81ED-4DB2-BD59-A6C34878D82A}">
                    <a16:rowId xmlns:a16="http://schemas.microsoft.com/office/drawing/2014/main" val="1671386868"/>
                  </a:ext>
                </a:extLst>
              </a:tr>
              <a:tr h="676398">
                <a:tc>
                  <a:txBody>
                    <a:bodyPr/>
                    <a:lstStyle/>
                    <a:p>
                      <a:pPr algn="ctr"/>
                      <a:r>
                        <a:rPr lang="en-US" dirty="0"/>
                        <a:t>Knowledge retention</a:t>
                      </a:r>
                    </a:p>
                  </a:txBody>
                  <a:tcPr anchor="ctr"/>
                </a:tc>
                <a:tc>
                  <a:txBody>
                    <a:bodyPr/>
                    <a:lstStyle/>
                    <a:p>
                      <a:pPr algn="ctr"/>
                      <a:r>
                        <a:rPr lang="en-US" dirty="0"/>
                        <a:t>Percentage (%)</a:t>
                      </a:r>
                    </a:p>
                  </a:txBody>
                  <a:tcPr anchor="ctr"/>
                </a:tc>
                <a:tc>
                  <a:txBody>
                    <a:bodyPr/>
                    <a:lstStyle/>
                    <a:p>
                      <a:pPr algn="ctr"/>
                      <a:r>
                        <a:rPr lang="en-US" dirty="0"/>
                        <a:t>75</a:t>
                      </a:r>
                    </a:p>
                  </a:txBody>
                  <a:tcPr anchor="ctr"/>
                </a:tc>
                <a:tc>
                  <a:txBody>
                    <a:bodyPr/>
                    <a:lstStyle/>
                    <a:p>
                      <a:pPr algn="ctr"/>
                      <a:r>
                        <a:rPr lang="en-US" dirty="0"/>
                        <a:t>80</a:t>
                      </a:r>
                    </a:p>
                  </a:txBody>
                  <a:tcPr anchor="ctr"/>
                </a:tc>
                <a:extLst>
                  <a:ext uri="{0D108BD9-81ED-4DB2-BD59-A6C34878D82A}">
                    <a16:rowId xmlns:a16="http://schemas.microsoft.com/office/drawing/2014/main" val="380626418"/>
                  </a:ext>
                </a:extLst>
              </a:tr>
              <a:tr h="676398">
                <a:tc>
                  <a:txBody>
                    <a:bodyPr/>
                    <a:lstStyle/>
                    <a:p>
                      <a:pPr algn="ctr"/>
                      <a:r>
                        <a:rPr lang="en-US" dirty="0"/>
                        <a:t>Post-presentation surveys</a:t>
                      </a:r>
                    </a:p>
                  </a:txBody>
                  <a:tcPr anchor="ctr"/>
                </a:tc>
                <a:tc>
                  <a:txBody>
                    <a:bodyPr/>
                    <a:lstStyle/>
                    <a:p>
                      <a:pPr algn="ctr"/>
                      <a:r>
                        <a:rPr lang="en-US" dirty="0"/>
                        <a:t>Average rating</a:t>
                      </a:r>
                    </a:p>
                  </a:txBody>
                  <a:tcPr anchor="ctr"/>
                </a:tc>
                <a:tc>
                  <a:txBody>
                    <a:bodyPr/>
                    <a:lstStyle/>
                    <a:p>
                      <a:pPr algn="ctr"/>
                      <a:r>
                        <a:rPr lang="en-US" dirty="0"/>
                        <a:t>4.2</a:t>
                      </a:r>
                    </a:p>
                  </a:txBody>
                  <a:tcPr anchor="ctr"/>
                </a:tc>
                <a:tc>
                  <a:txBody>
                    <a:bodyPr/>
                    <a:lstStyle/>
                    <a:p>
                      <a:pPr algn="ctr"/>
                      <a:r>
                        <a:rPr lang="en-US" dirty="0"/>
                        <a:t>4.5</a:t>
                      </a:r>
                    </a:p>
                  </a:txBody>
                  <a:tcPr anchor="ctr"/>
                </a:tc>
                <a:extLst>
                  <a:ext uri="{0D108BD9-81ED-4DB2-BD59-A6C34878D82A}">
                    <a16:rowId xmlns:a16="http://schemas.microsoft.com/office/drawing/2014/main" val="2132482967"/>
                  </a:ext>
                </a:extLst>
              </a:tr>
              <a:tr h="676398">
                <a:tc>
                  <a:txBody>
                    <a:bodyPr/>
                    <a:lstStyle/>
                    <a:p>
                      <a:pPr algn="ctr"/>
                      <a:r>
                        <a:rPr lang="en-US" dirty="0"/>
                        <a:t>Referral rate</a:t>
                      </a:r>
                    </a:p>
                  </a:txBody>
                  <a:tcPr anchor="ctr"/>
                </a:tc>
                <a:tc>
                  <a:txBody>
                    <a:bodyPr/>
                    <a:lstStyle/>
                    <a:p>
                      <a:pPr algn="ctr"/>
                      <a:r>
                        <a:rPr lang="en-US" dirty="0"/>
                        <a:t>Percentage (%)</a:t>
                      </a:r>
                    </a:p>
                  </a:txBody>
                  <a:tcPr anchor="ctr"/>
                </a:tc>
                <a:tc>
                  <a:txBody>
                    <a:bodyPr/>
                    <a:lstStyle/>
                    <a:p>
                      <a:pPr algn="ctr"/>
                      <a:r>
                        <a:rPr lang="en-US" dirty="0"/>
                        <a:t>10</a:t>
                      </a:r>
                    </a:p>
                  </a:txBody>
                  <a:tcPr anchor="ctr"/>
                </a:tc>
                <a:tc>
                  <a:txBody>
                    <a:bodyPr/>
                    <a:lstStyle/>
                    <a:p>
                      <a:pPr algn="ctr"/>
                      <a:r>
                        <a:rPr lang="en-US" dirty="0"/>
                        <a:t>12</a:t>
                      </a:r>
                    </a:p>
                  </a:txBody>
                  <a:tcPr anchor="ctr"/>
                </a:tc>
                <a:extLst>
                  <a:ext uri="{0D108BD9-81ED-4DB2-BD59-A6C34878D82A}">
                    <a16:rowId xmlns:a16="http://schemas.microsoft.com/office/drawing/2014/main" val="3936251906"/>
                  </a:ext>
                </a:extLst>
              </a:tr>
              <a:tr h="676398">
                <a:tc>
                  <a:txBody>
                    <a:bodyPr/>
                    <a:lstStyle/>
                    <a:p>
                      <a:pPr algn="ctr"/>
                      <a:r>
                        <a:rPr lang="en-US" dirty="0"/>
                        <a:t>Collaboration opportunities</a:t>
                      </a:r>
                    </a:p>
                  </a:txBody>
                  <a:tcPr anchor="ctr"/>
                </a:tc>
                <a:tc>
                  <a:txBody>
                    <a:bodyPr/>
                    <a:lstStyle/>
                    <a:p>
                      <a:pPr algn="ctr"/>
                      <a:r>
                        <a:rPr lang="en-US" dirty="0"/>
                        <a:t># of opportunities</a:t>
                      </a:r>
                    </a:p>
                  </a:txBody>
                  <a:tcPr anchor="ctr"/>
                </a:tc>
                <a:tc>
                  <a:txBody>
                    <a:bodyPr/>
                    <a:lstStyle/>
                    <a:p>
                      <a:pPr algn="ctr"/>
                      <a:r>
                        <a:rPr lang="en-US" dirty="0"/>
                        <a:t>8</a:t>
                      </a:r>
                    </a:p>
                  </a:txBody>
                  <a:tcPr anchor="ctr"/>
                </a:tc>
                <a:tc>
                  <a:txBody>
                    <a:bodyPr/>
                    <a:lstStyle/>
                    <a:p>
                      <a:pPr algn="ctr"/>
                      <a:r>
                        <a:rPr lang="en-US" dirty="0"/>
                        <a:t>10</a:t>
                      </a:r>
                    </a:p>
                  </a:txBody>
                  <a:tcPr anchor="ctr"/>
                </a:tc>
                <a:extLst>
                  <a:ext uri="{0D108BD9-81ED-4DB2-BD59-A6C34878D82A}">
                    <a16:rowId xmlns:a16="http://schemas.microsoft.com/office/drawing/2014/main" val="568537164"/>
                  </a:ext>
                </a:extLst>
              </a:tr>
            </a:tbl>
          </a:graphicData>
        </a:graphic>
      </p:graphicFrame>
    </p:spTree>
    <p:extLst>
      <p:ext uri="{BB962C8B-B14F-4D97-AF65-F5344CB8AC3E}">
        <p14:creationId xmlns:p14="http://schemas.microsoft.com/office/powerpoint/2010/main" val="425997713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1332C6-AEE4-A451-A3C8-7C2C8E2A5725}"/>
              </a:ext>
            </a:extLst>
          </p:cNvPr>
          <p:cNvSpPr>
            <a:spLocks noGrp="1"/>
          </p:cNvSpPr>
          <p:nvPr>
            <p:ph type="title"/>
          </p:nvPr>
        </p:nvSpPr>
        <p:spPr/>
        <p:txBody>
          <a:bodyPr/>
          <a:lstStyle/>
          <a:p>
            <a:r>
              <a:rPr lang="en-US" dirty="0"/>
              <a:t>Final tips and takeaways</a:t>
            </a:r>
          </a:p>
        </p:txBody>
      </p:sp>
      <p:sp>
        <p:nvSpPr>
          <p:cNvPr id="4" name="Content Placeholder 3">
            <a:extLst>
              <a:ext uri="{FF2B5EF4-FFF2-40B4-BE49-F238E27FC236}">
                <a16:creationId xmlns:a16="http://schemas.microsoft.com/office/drawing/2014/main" id="{308443D9-BCAD-2F33-9DE7-54605EFCC263}"/>
              </a:ext>
            </a:extLst>
          </p:cNvPr>
          <p:cNvSpPr>
            <a:spLocks noGrp="1"/>
          </p:cNvSpPr>
          <p:nvPr>
            <p:ph sz="half" idx="2"/>
          </p:nvPr>
        </p:nvSpPr>
        <p:spPr/>
        <p:txBody>
          <a:bodyPr/>
          <a:lstStyle/>
          <a:p>
            <a:r>
              <a:rPr lang="en-US" dirty="0"/>
              <a:t>Consistent rehearsal</a:t>
            </a:r>
          </a:p>
          <a:p>
            <a:pPr lvl="1"/>
            <a:r>
              <a:rPr lang="en-US" dirty="0"/>
              <a:t>Strengthen your familiarity</a:t>
            </a:r>
          </a:p>
          <a:p>
            <a:r>
              <a:rPr lang="en-US" dirty="0"/>
              <a:t>Refine delivery style</a:t>
            </a:r>
          </a:p>
          <a:p>
            <a:pPr lvl="1"/>
            <a:r>
              <a:rPr lang="en-US" dirty="0"/>
              <a:t>Pacing, tone, and emphasis</a:t>
            </a:r>
          </a:p>
          <a:p>
            <a:r>
              <a:rPr lang="en-US" dirty="0"/>
              <a:t>Timing and transitions</a:t>
            </a:r>
          </a:p>
          <a:p>
            <a:pPr lvl="1"/>
            <a:r>
              <a:rPr lang="en-US" dirty="0"/>
              <a:t>Aim for seamless, professional delivery</a:t>
            </a:r>
          </a:p>
          <a:p>
            <a:r>
              <a:rPr lang="en-US" dirty="0"/>
              <a:t>Practice audience</a:t>
            </a:r>
          </a:p>
          <a:p>
            <a:pPr lvl="1"/>
            <a:r>
              <a:rPr lang="en-US" dirty="0"/>
              <a:t>Enlist colleagues to listen &amp; provide feedback</a:t>
            </a:r>
          </a:p>
        </p:txBody>
      </p:sp>
      <p:sp>
        <p:nvSpPr>
          <p:cNvPr id="3" name="Content Placeholder 2">
            <a:extLst>
              <a:ext uri="{FF2B5EF4-FFF2-40B4-BE49-F238E27FC236}">
                <a16:creationId xmlns:a16="http://schemas.microsoft.com/office/drawing/2014/main" id="{831D2219-E3DF-929F-48CC-5C470A21A177}"/>
              </a:ext>
            </a:extLst>
          </p:cNvPr>
          <p:cNvSpPr>
            <a:spLocks noGrp="1"/>
          </p:cNvSpPr>
          <p:nvPr>
            <p:ph sz="half" idx="13"/>
          </p:nvPr>
        </p:nvSpPr>
        <p:spPr/>
        <p:txBody>
          <a:bodyPr/>
          <a:lstStyle/>
          <a:p>
            <a:r>
              <a:rPr lang="en-US" dirty="0"/>
              <a:t>Seek feedback</a:t>
            </a:r>
          </a:p>
          <a:p>
            <a:r>
              <a:rPr lang="en-US" dirty="0"/>
              <a:t>Reflect on performance</a:t>
            </a:r>
          </a:p>
          <a:p>
            <a:r>
              <a:rPr lang="en-US" dirty="0"/>
              <a:t>Explore new techniques</a:t>
            </a:r>
          </a:p>
          <a:p>
            <a:r>
              <a:rPr lang="en-US" dirty="0"/>
              <a:t>Set personal goals</a:t>
            </a:r>
          </a:p>
          <a:p>
            <a:r>
              <a:rPr lang="en-US" dirty="0"/>
              <a:t>Iterate and adapt</a:t>
            </a:r>
          </a:p>
        </p:txBody>
      </p:sp>
    </p:spTree>
    <p:extLst>
      <p:ext uri="{BB962C8B-B14F-4D97-AF65-F5344CB8AC3E}">
        <p14:creationId xmlns:p14="http://schemas.microsoft.com/office/powerpoint/2010/main" val="37047951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itle 19">
            <a:extLst>
              <a:ext uri="{FF2B5EF4-FFF2-40B4-BE49-F238E27FC236}">
                <a16:creationId xmlns:a16="http://schemas.microsoft.com/office/drawing/2014/main" id="{2D7F0B11-5AF3-1D12-4201-C1E09DF7D70D}"/>
              </a:ext>
            </a:extLst>
          </p:cNvPr>
          <p:cNvSpPr>
            <a:spLocks noGrp="1"/>
          </p:cNvSpPr>
          <p:nvPr>
            <p:ph type="title"/>
          </p:nvPr>
        </p:nvSpPr>
        <p:spPr/>
        <p:txBody>
          <a:bodyPr/>
          <a:lstStyle/>
          <a:p>
            <a:r>
              <a:rPr lang="en-US" dirty="0"/>
              <a:t>Speaking engagement metrics</a:t>
            </a:r>
          </a:p>
        </p:txBody>
      </p:sp>
      <p:graphicFrame>
        <p:nvGraphicFramePr>
          <p:cNvPr id="12" name="Table Placeholder 3">
            <a:extLst>
              <a:ext uri="{FF2B5EF4-FFF2-40B4-BE49-F238E27FC236}">
                <a16:creationId xmlns:a16="http://schemas.microsoft.com/office/drawing/2014/main" id="{EF0D1DE7-CAB7-B879-750A-7167B6155FF7}"/>
              </a:ext>
            </a:extLst>
          </p:cNvPr>
          <p:cNvGraphicFramePr>
            <a:graphicFrameLocks noGrp="1"/>
          </p:cNvGraphicFramePr>
          <p:nvPr>
            <p:ph type="tbl" sz="quarter" idx="13"/>
            <p:extLst>
              <p:ext uri="{D42A27DB-BD31-4B8C-83A1-F6EECF244321}">
                <p14:modId xmlns:p14="http://schemas.microsoft.com/office/powerpoint/2010/main" val="3708368100"/>
              </p:ext>
            </p:extLst>
          </p:nvPr>
        </p:nvGraphicFramePr>
        <p:xfrm>
          <a:off x="457200" y="2235200"/>
          <a:ext cx="11301156" cy="3969606"/>
        </p:xfrm>
        <a:graphic>
          <a:graphicData uri="http://schemas.openxmlformats.org/drawingml/2006/table">
            <a:tbl>
              <a:tblPr firstRow="1" bandRow="1">
                <a:tableStyleId>{912C8C85-51F0-491E-9774-3900AFEF0FD7}</a:tableStyleId>
              </a:tblPr>
              <a:tblGrid>
                <a:gridCol w="3002874">
                  <a:extLst>
                    <a:ext uri="{9D8B030D-6E8A-4147-A177-3AD203B41FA5}">
                      <a16:colId xmlns:a16="http://schemas.microsoft.com/office/drawing/2014/main" val="2382218087"/>
                    </a:ext>
                  </a:extLst>
                </a:gridCol>
                <a:gridCol w="2647704">
                  <a:extLst>
                    <a:ext uri="{9D8B030D-6E8A-4147-A177-3AD203B41FA5}">
                      <a16:colId xmlns:a16="http://schemas.microsoft.com/office/drawing/2014/main" val="3953468724"/>
                    </a:ext>
                  </a:extLst>
                </a:gridCol>
                <a:gridCol w="2825289">
                  <a:extLst>
                    <a:ext uri="{9D8B030D-6E8A-4147-A177-3AD203B41FA5}">
                      <a16:colId xmlns:a16="http://schemas.microsoft.com/office/drawing/2014/main" val="4277526474"/>
                    </a:ext>
                  </a:extLst>
                </a:gridCol>
                <a:gridCol w="2825289">
                  <a:extLst>
                    <a:ext uri="{9D8B030D-6E8A-4147-A177-3AD203B41FA5}">
                      <a16:colId xmlns:a16="http://schemas.microsoft.com/office/drawing/2014/main" val="2438884888"/>
                    </a:ext>
                  </a:extLst>
                </a:gridCol>
              </a:tblGrid>
              <a:tr h="661601">
                <a:tc>
                  <a:txBody>
                    <a:bodyPr/>
                    <a:lstStyle/>
                    <a:p>
                      <a:pPr algn="ctr"/>
                      <a:r>
                        <a:rPr lang="en-US" dirty="0"/>
                        <a:t>Impact factor</a:t>
                      </a:r>
                    </a:p>
                  </a:txBody>
                  <a:tcPr anchor="ctr"/>
                </a:tc>
                <a:tc>
                  <a:txBody>
                    <a:bodyPr/>
                    <a:lstStyle/>
                    <a:p>
                      <a:pPr algn="ctr"/>
                      <a:r>
                        <a:rPr lang="en-US" dirty="0"/>
                        <a:t>Measurement</a:t>
                      </a:r>
                    </a:p>
                  </a:txBody>
                  <a:tcPr anchor="ctr"/>
                </a:tc>
                <a:tc>
                  <a:txBody>
                    <a:bodyPr/>
                    <a:lstStyle/>
                    <a:p>
                      <a:pPr algn="ctr"/>
                      <a:r>
                        <a:rPr lang="en-US" dirty="0"/>
                        <a:t>Target</a:t>
                      </a:r>
                    </a:p>
                  </a:txBody>
                  <a:tcPr anchor="ctr"/>
                </a:tc>
                <a:tc>
                  <a:txBody>
                    <a:bodyPr/>
                    <a:lstStyle/>
                    <a:p>
                      <a:pPr algn="ctr"/>
                      <a:r>
                        <a:rPr lang="en-US" dirty="0"/>
                        <a:t>Achieved</a:t>
                      </a:r>
                    </a:p>
                  </a:txBody>
                  <a:tcPr anchor="ctr"/>
                </a:tc>
                <a:extLst>
                  <a:ext uri="{0D108BD9-81ED-4DB2-BD59-A6C34878D82A}">
                    <a16:rowId xmlns:a16="http://schemas.microsoft.com/office/drawing/2014/main" val="2857107962"/>
                  </a:ext>
                </a:extLst>
              </a:tr>
              <a:tr h="661601">
                <a:tc>
                  <a:txBody>
                    <a:bodyPr/>
                    <a:lstStyle/>
                    <a:p>
                      <a:pPr algn="ctr"/>
                      <a:r>
                        <a:rPr lang="en-US" dirty="0"/>
                        <a:t>Audience interaction</a:t>
                      </a:r>
                    </a:p>
                  </a:txBody>
                  <a:tcPr anchor="ctr"/>
                </a:tc>
                <a:tc>
                  <a:txBody>
                    <a:bodyPr/>
                    <a:lstStyle/>
                    <a:p>
                      <a:pPr algn="ctr"/>
                      <a:r>
                        <a:rPr lang="en-US" dirty="0"/>
                        <a:t>Percentage (%)</a:t>
                      </a:r>
                    </a:p>
                  </a:txBody>
                  <a:tcPr anchor="ctr"/>
                </a:tc>
                <a:tc>
                  <a:txBody>
                    <a:bodyPr/>
                    <a:lstStyle/>
                    <a:p>
                      <a:pPr algn="ctr"/>
                      <a:r>
                        <a:rPr lang="en-US" dirty="0"/>
                        <a:t>85</a:t>
                      </a:r>
                    </a:p>
                  </a:txBody>
                  <a:tcPr anchor="ctr"/>
                </a:tc>
                <a:tc>
                  <a:txBody>
                    <a:bodyPr/>
                    <a:lstStyle/>
                    <a:p>
                      <a:pPr algn="ctr"/>
                      <a:r>
                        <a:rPr lang="en-US" dirty="0"/>
                        <a:t>88</a:t>
                      </a:r>
                    </a:p>
                  </a:txBody>
                  <a:tcPr anchor="ctr"/>
                </a:tc>
                <a:extLst>
                  <a:ext uri="{0D108BD9-81ED-4DB2-BD59-A6C34878D82A}">
                    <a16:rowId xmlns:a16="http://schemas.microsoft.com/office/drawing/2014/main" val="1671386868"/>
                  </a:ext>
                </a:extLst>
              </a:tr>
              <a:tr h="661601">
                <a:tc>
                  <a:txBody>
                    <a:bodyPr/>
                    <a:lstStyle/>
                    <a:p>
                      <a:pPr algn="ctr"/>
                      <a:r>
                        <a:rPr lang="en-US" dirty="0"/>
                        <a:t>Knowledge retention</a:t>
                      </a:r>
                    </a:p>
                  </a:txBody>
                  <a:tcPr anchor="ctr"/>
                </a:tc>
                <a:tc>
                  <a:txBody>
                    <a:bodyPr/>
                    <a:lstStyle/>
                    <a:p>
                      <a:pPr algn="ctr"/>
                      <a:r>
                        <a:rPr lang="en-US" dirty="0"/>
                        <a:t>Percentage (%)</a:t>
                      </a:r>
                    </a:p>
                  </a:txBody>
                  <a:tcPr anchor="ctr"/>
                </a:tc>
                <a:tc>
                  <a:txBody>
                    <a:bodyPr/>
                    <a:lstStyle/>
                    <a:p>
                      <a:pPr algn="ctr"/>
                      <a:r>
                        <a:rPr lang="en-US" dirty="0"/>
                        <a:t>75</a:t>
                      </a:r>
                    </a:p>
                  </a:txBody>
                  <a:tcPr anchor="ctr"/>
                </a:tc>
                <a:tc>
                  <a:txBody>
                    <a:bodyPr/>
                    <a:lstStyle/>
                    <a:p>
                      <a:pPr algn="ctr"/>
                      <a:r>
                        <a:rPr lang="en-US" dirty="0"/>
                        <a:t>80</a:t>
                      </a:r>
                    </a:p>
                  </a:txBody>
                  <a:tcPr anchor="ctr"/>
                </a:tc>
                <a:extLst>
                  <a:ext uri="{0D108BD9-81ED-4DB2-BD59-A6C34878D82A}">
                    <a16:rowId xmlns:a16="http://schemas.microsoft.com/office/drawing/2014/main" val="380626418"/>
                  </a:ext>
                </a:extLst>
              </a:tr>
              <a:tr h="661601">
                <a:tc>
                  <a:txBody>
                    <a:bodyPr/>
                    <a:lstStyle/>
                    <a:p>
                      <a:pPr algn="ctr"/>
                      <a:r>
                        <a:rPr lang="en-US" dirty="0"/>
                        <a:t>Post-presentation surveys</a:t>
                      </a:r>
                    </a:p>
                  </a:txBody>
                  <a:tcPr anchor="ctr"/>
                </a:tc>
                <a:tc>
                  <a:txBody>
                    <a:bodyPr/>
                    <a:lstStyle/>
                    <a:p>
                      <a:pPr algn="ctr"/>
                      <a:r>
                        <a:rPr lang="en-US" dirty="0"/>
                        <a:t>Average rating</a:t>
                      </a:r>
                    </a:p>
                  </a:txBody>
                  <a:tcPr anchor="ctr"/>
                </a:tc>
                <a:tc>
                  <a:txBody>
                    <a:bodyPr/>
                    <a:lstStyle/>
                    <a:p>
                      <a:pPr algn="ctr"/>
                      <a:r>
                        <a:rPr lang="en-US" dirty="0"/>
                        <a:t>4.2</a:t>
                      </a:r>
                    </a:p>
                  </a:txBody>
                  <a:tcPr anchor="ctr"/>
                </a:tc>
                <a:tc>
                  <a:txBody>
                    <a:bodyPr/>
                    <a:lstStyle/>
                    <a:p>
                      <a:pPr algn="ctr"/>
                      <a:r>
                        <a:rPr lang="en-US" dirty="0"/>
                        <a:t>4.5</a:t>
                      </a:r>
                    </a:p>
                  </a:txBody>
                  <a:tcPr anchor="ctr"/>
                </a:tc>
                <a:extLst>
                  <a:ext uri="{0D108BD9-81ED-4DB2-BD59-A6C34878D82A}">
                    <a16:rowId xmlns:a16="http://schemas.microsoft.com/office/drawing/2014/main" val="2132482967"/>
                  </a:ext>
                </a:extLst>
              </a:tr>
              <a:tr h="661601">
                <a:tc>
                  <a:txBody>
                    <a:bodyPr/>
                    <a:lstStyle/>
                    <a:p>
                      <a:pPr algn="ctr"/>
                      <a:r>
                        <a:rPr lang="en-US" dirty="0"/>
                        <a:t>Referral rate</a:t>
                      </a:r>
                    </a:p>
                  </a:txBody>
                  <a:tcPr anchor="ctr"/>
                </a:tc>
                <a:tc>
                  <a:txBody>
                    <a:bodyPr/>
                    <a:lstStyle/>
                    <a:p>
                      <a:pPr algn="ctr"/>
                      <a:r>
                        <a:rPr lang="en-US" dirty="0"/>
                        <a:t>Percentage (%)</a:t>
                      </a:r>
                    </a:p>
                  </a:txBody>
                  <a:tcPr anchor="ctr"/>
                </a:tc>
                <a:tc>
                  <a:txBody>
                    <a:bodyPr/>
                    <a:lstStyle/>
                    <a:p>
                      <a:pPr algn="ctr"/>
                      <a:r>
                        <a:rPr lang="en-US" dirty="0"/>
                        <a:t>10</a:t>
                      </a:r>
                    </a:p>
                  </a:txBody>
                  <a:tcPr anchor="ctr"/>
                </a:tc>
                <a:tc>
                  <a:txBody>
                    <a:bodyPr/>
                    <a:lstStyle/>
                    <a:p>
                      <a:pPr algn="ctr"/>
                      <a:r>
                        <a:rPr lang="en-US" dirty="0"/>
                        <a:t>12</a:t>
                      </a:r>
                    </a:p>
                  </a:txBody>
                  <a:tcPr anchor="ctr"/>
                </a:tc>
                <a:extLst>
                  <a:ext uri="{0D108BD9-81ED-4DB2-BD59-A6C34878D82A}">
                    <a16:rowId xmlns:a16="http://schemas.microsoft.com/office/drawing/2014/main" val="3936251906"/>
                  </a:ext>
                </a:extLst>
              </a:tr>
              <a:tr h="661601">
                <a:tc>
                  <a:txBody>
                    <a:bodyPr/>
                    <a:lstStyle/>
                    <a:p>
                      <a:pPr algn="ctr"/>
                      <a:r>
                        <a:rPr lang="en-US" dirty="0"/>
                        <a:t>Collaboration opportunities</a:t>
                      </a:r>
                    </a:p>
                  </a:txBody>
                  <a:tcPr anchor="ctr"/>
                </a:tc>
                <a:tc>
                  <a:txBody>
                    <a:bodyPr/>
                    <a:lstStyle/>
                    <a:p>
                      <a:pPr algn="ctr"/>
                      <a:r>
                        <a:rPr lang="en-US" dirty="0"/>
                        <a:t># of opportunities</a:t>
                      </a:r>
                    </a:p>
                  </a:txBody>
                  <a:tcPr anchor="ctr"/>
                </a:tc>
                <a:tc>
                  <a:txBody>
                    <a:bodyPr/>
                    <a:lstStyle/>
                    <a:p>
                      <a:pPr algn="ctr"/>
                      <a:r>
                        <a:rPr lang="en-US" dirty="0"/>
                        <a:t>8</a:t>
                      </a:r>
                    </a:p>
                  </a:txBody>
                  <a:tcPr anchor="ctr"/>
                </a:tc>
                <a:tc>
                  <a:txBody>
                    <a:bodyPr/>
                    <a:lstStyle/>
                    <a:p>
                      <a:pPr algn="ctr"/>
                      <a:r>
                        <a:rPr lang="en-US" dirty="0"/>
                        <a:t>10</a:t>
                      </a:r>
                    </a:p>
                  </a:txBody>
                  <a:tcPr anchor="ctr"/>
                </a:tc>
                <a:extLst>
                  <a:ext uri="{0D108BD9-81ED-4DB2-BD59-A6C34878D82A}">
                    <a16:rowId xmlns:a16="http://schemas.microsoft.com/office/drawing/2014/main" val="568537164"/>
                  </a:ext>
                </a:extLst>
              </a:tr>
            </a:tbl>
          </a:graphicData>
        </a:graphic>
      </p:graphicFrame>
    </p:spTree>
    <p:extLst>
      <p:ext uri="{BB962C8B-B14F-4D97-AF65-F5344CB8AC3E}">
        <p14:creationId xmlns:p14="http://schemas.microsoft.com/office/powerpoint/2010/main" val="360463064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7" name="Rectangle 36">
            <a:extLst>
              <a:ext uri="{FF2B5EF4-FFF2-40B4-BE49-F238E27FC236}">
                <a16:creationId xmlns:a16="http://schemas.microsoft.com/office/drawing/2014/main" id="{B448728E-2EDF-4F60-A97C-C0F08E06DB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457200"/>
            <a:ext cx="3703320" cy="9499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PK"/>
          </a:p>
        </p:txBody>
      </p:sp>
      <p:sp>
        <p:nvSpPr>
          <p:cNvPr id="39" name="Rectangle 38">
            <a:extLst>
              <a:ext uri="{FF2B5EF4-FFF2-40B4-BE49-F238E27FC236}">
                <a16:creationId xmlns:a16="http://schemas.microsoft.com/office/drawing/2014/main" id="{78CBB40F-4E03-45AE-9020-C27B0AE7FD2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042147" y="453643"/>
            <a:ext cx="3703320" cy="98554"/>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PK"/>
          </a:p>
        </p:txBody>
      </p:sp>
      <p:sp>
        <p:nvSpPr>
          <p:cNvPr id="41" name="Rectangle 40">
            <a:extLst>
              <a:ext uri="{FF2B5EF4-FFF2-40B4-BE49-F238E27FC236}">
                <a16:creationId xmlns:a16="http://schemas.microsoft.com/office/drawing/2014/main" id="{A9F7CCD1-513F-4B7A-9497-7AA9144DB3B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PK"/>
          </a:p>
        </p:txBody>
      </p:sp>
      <p:sp useBgFill="1">
        <p:nvSpPr>
          <p:cNvPr id="43" name="Rectangle 42">
            <a:extLst>
              <a:ext uri="{FF2B5EF4-FFF2-40B4-BE49-F238E27FC236}">
                <a16:creationId xmlns:a16="http://schemas.microsoft.com/office/drawing/2014/main" id="{F92989FB-1024-49B7-BDF1-B3CE27D4862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800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Title 30">
            <a:extLst>
              <a:ext uri="{FF2B5EF4-FFF2-40B4-BE49-F238E27FC236}">
                <a16:creationId xmlns:a16="http://schemas.microsoft.com/office/drawing/2014/main" id="{B045D6AF-532B-394C-0C6F-38B6628CE9DF}"/>
              </a:ext>
            </a:extLst>
          </p:cNvPr>
          <p:cNvSpPr>
            <a:spLocks noGrp="1"/>
          </p:cNvSpPr>
          <p:nvPr>
            <p:ph type="title"/>
          </p:nvPr>
        </p:nvSpPr>
        <p:spPr>
          <a:xfrm>
            <a:off x="746228" y="1037967"/>
            <a:ext cx="4263922" cy="4709131"/>
          </a:xfrm>
        </p:spPr>
        <p:txBody>
          <a:bodyPr vert="horz" lIns="91440" tIns="45720" rIns="91440" bIns="45720" rtlCol="0" anchor="ctr">
            <a:normAutofit/>
          </a:bodyPr>
          <a:lstStyle/>
          <a:p>
            <a:r>
              <a:rPr lang="en-US" sz="4800" b="0" kern="1200" cap="all" dirty="0">
                <a:solidFill>
                  <a:schemeClr val="tx1">
                    <a:lumMod val="75000"/>
                    <a:lumOff val="25000"/>
                  </a:schemeClr>
                </a:solidFill>
                <a:latin typeface="+mj-lt"/>
                <a:ea typeface="+mj-ea"/>
                <a:cs typeface="+mj-cs"/>
              </a:rPr>
              <a:t>Thank you</a:t>
            </a:r>
          </a:p>
        </p:txBody>
      </p:sp>
      <p:sp>
        <p:nvSpPr>
          <p:cNvPr id="45" name="Rectangle 44">
            <a:extLst>
              <a:ext uri="{FF2B5EF4-FFF2-40B4-BE49-F238E27FC236}">
                <a16:creationId xmlns:a16="http://schemas.microsoft.com/office/drawing/2014/main" id="{2987D6F4-EC95-4EF1-A8AD-4B70386CEE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457200"/>
            <a:ext cx="3703320" cy="9499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PK"/>
          </a:p>
        </p:txBody>
      </p:sp>
      <p:sp>
        <p:nvSpPr>
          <p:cNvPr id="47" name="Rectangle 46">
            <a:extLst>
              <a:ext uri="{FF2B5EF4-FFF2-40B4-BE49-F238E27FC236}">
                <a16:creationId xmlns:a16="http://schemas.microsoft.com/office/drawing/2014/main" id="{F5F792DF-9D0A-4DB6-9A9E-7312F5A7E87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41830" y="457200"/>
            <a:ext cx="749808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PK"/>
          </a:p>
        </p:txBody>
      </p:sp>
      <p:graphicFrame>
        <p:nvGraphicFramePr>
          <p:cNvPr id="33" name="Content Placeholder 2">
            <a:extLst>
              <a:ext uri="{FF2B5EF4-FFF2-40B4-BE49-F238E27FC236}">
                <a16:creationId xmlns:a16="http://schemas.microsoft.com/office/drawing/2014/main" id="{100D8113-0439-C57B-CAD5-5F8450E46652}"/>
              </a:ext>
            </a:extLst>
          </p:cNvPr>
          <p:cNvGraphicFramePr>
            <a:graphicFrameLocks noGrp="1"/>
          </p:cNvGraphicFramePr>
          <p:nvPr>
            <p:ph sz="quarter" idx="4"/>
            <p:extLst>
              <p:ext uri="{D42A27DB-BD31-4B8C-83A1-F6EECF244321}">
                <p14:modId xmlns:p14="http://schemas.microsoft.com/office/powerpoint/2010/main" val="3416554428"/>
              </p:ext>
            </p:extLst>
          </p:nvPr>
        </p:nvGraphicFramePr>
        <p:xfrm>
          <a:off x="4598438" y="1207783"/>
          <a:ext cx="7012370" cy="470913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770959368"/>
      </p:ext>
    </p:extLst>
  </p:cSld>
  <p:clrMapOvr>
    <a:masterClrMapping/>
  </p:clrMapOvr>
</p:sld>
</file>

<file path=ppt/theme/theme1.xml><?xml version="1.0" encoding="utf-8"?>
<a:theme xmlns:a="http://schemas.openxmlformats.org/drawingml/2006/main" name="DividendVTI">
  <a:themeElements>
    <a:clrScheme name="DividendVTI">
      <a:dk1>
        <a:sysClr val="windowText" lastClr="000000"/>
      </a:dk1>
      <a:lt1>
        <a:sysClr val="window" lastClr="FFFFFF"/>
      </a:lt1>
      <a:dk2>
        <a:srgbClr val="3D3D3D"/>
      </a:dk2>
      <a:lt2>
        <a:srgbClr val="EBEBEB"/>
      </a:lt2>
      <a:accent1>
        <a:srgbClr val="ED8428"/>
      </a:accent1>
      <a:accent2>
        <a:srgbClr val="E6C46D"/>
      </a:accent2>
      <a:accent3>
        <a:srgbClr val="537685"/>
      </a:accent3>
      <a:accent4>
        <a:srgbClr val="969FA7"/>
      </a:accent4>
      <a:accent5>
        <a:srgbClr val="A9C37C"/>
      </a:accent5>
      <a:accent6>
        <a:srgbClr val="5A8071"/>
      </a:accent6>
      <a:hlink>
        <a:srgbClr val="828282"/>
      </a:hlink>
      <a:folHlink>
        <a:srgbClr val="A5A5A5"/>
      </a:folHlink>
    </a:clrScheme>
    <a:fontScheme name="Dividend">
      <a:maj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VTI" id="{97558BDE-0B66-457C-BB6F-7B1B22DAA9B8}" vid="{F53508A3-AC60-448A-AF37-934D5F1A0D5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5A00B2AC-C335-4100-B8B3-2D9F49A72906}">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2.xml><?xml version="1.0" encoding="utf-8"?>
<ds:datastoreItem xmlns:ds="http://schemas.openxmlformats.org/officeDocument/2006/customXml" ds:itemID="{19D1F84C-D1FD-4B1B-9CFD-8E0D96AC4DF2}">
  <ds:schemaRefs>
    <ds:schemaRef ds:uri="http://schemas.microsoft.com/sharepoint/v3/contenttype/forms"/>
  </ds:schemaRefs>
</ds:datastoreItem>
</file>

<file path=customXml/itemProps3.xml><?xml version="1.0" encoding="utf-8"?>
<ds:datastoreItem xmlns:ds="http://schemas.openxmlformats.org/officeDocument/2006/customXml" ds:itemID="{0037C456-A6DA-4DEE-A3FB-4EC3058FD086}">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{3DC216F3-DEE5-43B0-9FC7-613A6E5894D7}tf45205285_win32</Template>
  <TotalTime>63</TotalTime>
  <Words>859</Words>
  <Application>Microsoft Office PowerPoint</Application>
  <PresentationFormat>Widescreen</PresentationFormat>
  <Paragraphs>161</Paragraphs>
  <Slides>13</Slides>
  <Notes>10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13</vt:i4>
      </vt:variant>
    </vt:vector>
  </HeadingPairs>
  <TitlesOfParts>
    <vt:vector size="20" baseType="lpstr">
      <vt:lpstr>Aptos</vt:lpstr>
      <vt:lpstr>Arial</vt:lpstr>
      <vt:lpstr>Calibri</vt:lpstr>
      <vt:lpstr>Gill Sans MT</vt:lpstr>
      <vt:lpstr>Times New Roman</vt:lpstr>
      <vt:lpstr>Wingdings 2</vt:lpstr>
      <vt:lpstr>DividendVTI</vt:lpstr>
      <vt:lpstr>MS Thesis I PRESENTATION  Patient Medical History Generation using AI</vt:lpstr>
      <vt:lpstr>Agenda </vt:lpstr>
      <vt:lpstr>PowerPoint Presentation</vt:lpstr>
      <vt:lpstr>INTRODUCTION</vt:lpstr>
      <vt:lpstr>LITERATURE REVIEW</vt:lpstr>
      <vt:lpstr>Methodology</vt:lpstr>
      <vt:lpstr>PowerPoint Presentation</vt:lpstr>
      <vt:lpstr>Navigating Q&amp;A sessions</vt:lpstr>
      <vt:lpstr>Speaking impact</vt:lpstr>
      <vt:lpstr>Dynamic delivery</vt:lpstr>
      <vt:lpstr>Final tips and takeaways</vt:lpstr>
      <vt:lpstr>Speaking engagement metrics</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Mairaj Uddin  Qureshi</dc:creator>
  <cp:lastModifiedBy>Mairaj Uddin  Qureshi</cp:lastModifiedBy>
  <cp:revision>2</cp:revision>
  <dcterms:created xsi:type="dcterms:W3CDTF">2024-10-18T13:19:39Z</dcterms:created>
  <dcterms:modified xsi:type="dcterms:W3CDTF">2024-11-01T14:05:40Z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